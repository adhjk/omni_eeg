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16177" r:id="rId3"/>
    <p:sldId id="16178" r:id="rId5"/>
    <p:sldId id="16179" r:id="rId6"/>
    <p:sldId id="16186" r:id="rId7"/>
    <p:sldId id="16232" r:id="rId8"/>
    <p:sldId id="16243" r:id="rId9"/>
    <p:sldId id="16180" r:id="rId10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0378DB"/>
    <a:srgbClr val="F7C1C3"/>
    <a:srgbClr val="E2F8D9"/>
    <a:srgbClr val="CCE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6"/>
    <p:restoredTop sz="85698"/>
  </p:normalViewPr>
  <p:slideViewPr>
    <p:cSldViewPr snapToGrid="0" snapToObjects="1">
      <p:cViewPr>
        <p:scale>
          <a:sx n="60" d="100"/>
          <a:sy n="60" d="100"/>
        </p:scale>
        <p:origin x="1474" y="326"/>
      </p:cViewPr>
      <p:guideLst/>
    </p:cSldViewPr>
  </p:slideViewPr>
  <p:outlineViewPr>
    <p:cViewPr>
      <p:scale>
        <a:sx n="33" d="100"/>
        <a:sy n="33" d="100"/>
      </p:scale>
      <p:origin x="0" y="-4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17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F401D-D6B8-BA4D-93E1-BD49877DB00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659B9-A498-F848-A344-059E17843DF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90AF3-8E72-4C4C-9DF1-50EEEF85BD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90AF3-8E72-4C4C-9DF1-50EEEF85BD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90AF3-8E72-4C4C-9DF1-50EEEF85BD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90AF3-8E72-4C4C-9DF1-50EEEF85BD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90AF3-8E72-4C4C-9DF1-50EEEF85BD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390AF3-8E72-4C4C-9DF1-50EEEF85BD6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2E1F4-E3D8-E740-AA33-0156FDE919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7F643-5A65-E34A-A12A-ED5AE9A32E7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tags" Target="../tags/tag93.xml"/><Relationship Id="rId98" Type="http://schemas.openxmlformats.org/officeDocument/2006/relationships/tags" Target="../tags/tag92.xml"/><Relationship Id="rId97" Type="http://schemas.openxmlformats.org/officeDocument/2006/relationships/tags" Target="../tags/tag91.xml"/><Relationship Id="rId96" Type="http://schemas.openxmlformats.org/officeDocument/2006/relationships/tags" Target="../tags/tag90.xml"/><Relationship Id="rId95" Type="http://schemas.openxmlformats.org/officeDocument/2006/relationships/tags" Target="../tags/tag89.xml"/><Relationship Id="rId94" Type="http://schemas.openxmlformats.org/officeDocument/2006/relationships/tags" Target="../tags/tag88.xml"/><Relationship Id="rId93" Type="http://schemas.openxmlformats.org/officeDocument/2006/relationships/tags" Target="../tags/tag87.xml"/><Relationship Id="rId92" Type="http://schemas.openxmlformats.org/officeDocument/2006/relationships/tags" Target="../tags/tag86.xml"/><Relationship Id="rId91" Type="http://schemas.openxmlformats.org/officeDocument/2006/relationships/tags" Target="../tags/tag85.xml"/><Relationship Id="rId90" Type="http://schemas.openxmlformats.org/officeDocument/2006/relationships/tags" Target="../tags/tag84.xml"/><Relationship Id="rId9" Type="http://schemas.openxmlformats.org/officeDocument/2006/relationships/tags" Target="../tags/tag4.xml"/><Relationship Id="rId89" Type="http://schemas.openxmlformats.org/officeDocument/2006/relationships/tags" Target="../tags/tag83.xml"/><Relationship Id="rId88" Type="http://schemas.openxmlformats.org/officeDocument/2006/relationships/tags" Target="../tags/tag82.xml"/><Relationship Id="rId87" Type="http://schemas.openxmlformats.org/officeDocument/2006/relationships/tags" Target="../tags/tag81.xml"/><Relationship Id="rId86" Type="http://schemas.openxmlformats.org/officeDocument/2006/relationships/tags" Target="../tags/tag80.xml"/><Relationship Id="rId85" Type="http://schemas.openxmlformats.org/officeDocument/2006/relationships/tags" Target="../tags/tag79.xml"/><Relationship Id="rId84" Type="http://schemas.openxmlformats.org/officeDocument/2006/relationships/tags" Target="../tags/tag78.xml"/><Relationship Id="rId83" Type="http://schemas.openxmlformats.org/officeDocument/2006/relationships/tags" Target="../tags/tag77.xml"/><Relationship Id="rId82" Type="http://schemas.openxmlformats.org/officeDocument/2006/relationships/tags" Target="../tags/tag76.xml"/><Relationship Id="rId81" Type="http://schemas.openxmlformats.org/officeDocument/2006/relationships/tags" Target="../tags/tag75.xml"/><Relationship Id="rId80" Type="http://schemas.openxmlformats.org/officeDocument/2006/relationships/tags" Target="../tags/tag74.xml"/><Relationship Id="rId8" Type="http://schemas.openxmlformats.org/officeDocument/2006/relationships/image" Target="../media/image8.jpeg"/><Relationship Id="rId79" Type="http://schemas.openxmlformats.org/officeDocument/2006/relationships/tags" Target="../tags/tag73.xml"/><Relationship Id="rId78" Type="http://schemas.openxmlformats.org/officeDocument/2006/relationships/tags" Target="../tags/tag72.xml"/><Relationship Id="rId77" Type="http://schemas.openxmlformats.org/officeDocument/2006/relationships/tags" Target="../tags/tag71.xml"/><Relationship Id="rId76" Type="http://schemas.openxmlformats.org/officeDocument/2006/relationships/tags" Target="../tags/tag70.xml"/><Relationship Id="rId75" Type="http://schemas.openxmlformats.org/officeDocument/2006/relationships/tags" Target="../tags/tag69.xml"/><Relationship Id="rId74" Type="http://schemas.openxmlformats.org/officeDocument/2006/relationships/tags" Target="../tags/tag68.xml"/><Relationship Id="rId73" Type="http://schemas.openxmlformats.org/officeDocument/2006/relationships/tags" Target="../tags/tag67.xml"/><Relationship Id="rId72" Type="http://schemas.openxmlformats.org/officeDocument/2006/relationships/tags" Target="../tags/tag66.xml"/><Relationship Id="rId71" Type="http://schemas.openxmlformats.org/officeDocument/2006/relationships/tags" Target="../tags/tag65.xml"/><Relationship Id="rId70" Type="http://schemas.openxmlformats.org/officeDocument/2006/relationships/tags" Target="../tags/tag64.xml"/><Relationship Id="rId7" Type="http://schemas.openxmlformats.org/officeDocument/2006/relationships/image" Target="../media/image7.jpeg"/><Relationship Id="rId69" Type="http://schemas.openxmlformats.org/officeDocument/2006/relationships/tags" Target="../tags/tag63.xml"/><Relationship Id="rId68" Type="http://schemas.openxmlformats.org/officeDocument/2006/relationships/tags" Target="../tags/tag62.xml"/><Relationship Id="rId67" Type="http://schemas.openxmlformats.org/officeDocument/2006/relationships/tags" Target="../tags/tag61.xml"/><Relationship Id="rId66" Type="http://schemas.openxmlformats.org/officeDocument/2006/relationships/tags" Target="../tags/tag60.xml"/><Relationship Id="rId65" Type="http://schemas.openxmlformats.org/officeDocument/2006/relationships/tags" Target="../tags/tag59.xml"/><Relationship Id="rId64" Type="http://schemas.openxmlformats.org/officeDocument/2006/relationships/tags" Target="../tags/tag58.xml"/><Relationship Id="rId63" Type="http://schemas.openxmlformats.org/officeDocument/2006/relationships/tags" Target="../tags/tag57.xml"/><Relationship Id="rId62" Type="http://schemas.openxmlformats.org/officeDocument/2006/relationships/tags" Target="../tags/tag56.xml"/><Relationship Id="rId61" Type="http://schemas.openxmlformats.org/officeDocument/2006/relationships/tags" Target="../tags/tag55.xml"/><Relationship Id="rId60" Type="http://schemas.openxmlformats.org/officeDocument/2006/relationships/tags" Target="../tags/tag54.xml"/><Relationship Id="rId6" Type="http://schemas.openxmlformats.org/officeDocument/2006/relationships/image" Target="../media/image6.jpeg"/><Relationship Id="rId59" Type="http://schemas.openxmlformats.org/officeDocument/2006/relationships/tags" Target="../tags/tag53.xml"/><Relationship Id="rId58" Type="http://schemas.openxmlformats.org/officeDocument/2006/relationships/tags" Target="../tags/tag52.xml"/><Relationship Id="rId57" Type="http://schemas.openxmlformats.org/officeDocument/2006/relationships/tags" Target="../tags/tag51.xml"/><Relationship Id="rId56" Type="http://schemas.openxmlformats.org/officeDocument/2006/relationships/tags" Target="../tags/tag50.xml"/><Relationship Id="rId55" Type="http://schemas.openxmlformats.org/officeDocument/2006/relationships/tags" Target="../tags/tag49.xml"/><Relationship Id="rId54" Type="http://schemas.openxmlformats.org/officeDocument/2006/relationships/tags" Target="../tags/tag48.xml"/><Relationship Id="rId53" Type="http://schemas.openxmlformats.org/officeDocument/2006/relationships/tags" Target="../tags/tag47.xml"/><Relationship Id="rId52" Type="http://schemas.openxmlformats.org/officeDocument/2006/relationships/tags" Target="../tags/tag46.xml"/><Relationship Id="rId51" Type="http://schemas.openxmlformats.org/officeDocument/2006/relationships/tags" Target="../tags/tag45.xml"/><Relationship Id="rId50" Type="http://schemas.openxmlformats.org/officeDocument/2006/relationships/tags" Target="../tags/tag44.xml"/><Relationship Id="rId5" Type="http://schemas.openxmlformats.org/officeDocument/2006/relationships/tags" Target="../tags/tag3.xml"/><Relationship Id="rId49" Type="http://schemas.openxmlformats.org/officeDocument/2006/relationships/tags" Target="../tags/tag43.xml"/><Relationship Id="rId48" Type="http://schemas.openxmlformats.org/officeDocument/2006/relationships/tags" Target="../tags/tag42.xml"/><Relationship Id="rId47" Type="http://schemas.openxmlformats.org/officeDocument/2006/relationships/tags" Target="../tags/tag41.xml"/><Relationship Id="rId46" Type="http://schemas.openxmlformats.org/officeDocument/2006/relationships/tags" Target="../tags/tag40.xml"/><Relationship Id="rId45" Type="http://schemas.openxmlformats.org/officeDocument/2006/relationships/tags" Target="../tags/tag39.xml"/><Relationship Id="rId44" Type="http://schemas.openxmlformats.org/officeDocument/2006/relationships/tags" Target="../tags/tag38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tags" Target="../tags/tag34.xml"/><Relationship Id="rId4" Type="http://schemas.openxmlformats.org/officeDocument/2006/relationships/image" Target="../media/image5.png"/><Relationship Id="rId39" Type="http://schemas.openxmlformats.org/officeDocument/2006/relationships/tags" Target="../tags/tag33.xml"/><Relationship Id="rId38" Type="http://schemas.openxmlformats.org/officeDocument/2006/relationships/tags" Target="../tags/tag32.xml"/><Relationship Id="rId37" Type="http://schemas.openxmlformats.org/officeDocument/2006/relationships/tags" Target="../tags/tag31.xml"/><Relationship Id="rId36" Type="http://schemas.openxmlformats.org/officeDocument/2006/relationships/tags" Target="../tags/tag30.xml"/><Relationship Id="rId35" Type="http://schemas.openxmlformats.org/officeDocument/2006/relationships/tags" Target="../tags/tag29.xml"/><Relationship Id="rId34" Type="http://schemas.openxmlformats.org/officeDocument/2006/relationships/tags" Target="../tags/tag28.xml"/><Relationship Id="rId33" Type="http://schemas.openxmlformats.org/officeDocument/2006/relationships/tags" Target="../tags/tag27.xml"/><Relationship Id="rId32" Type="http://schemas.openxmlformats.org/officeDocument/2006/relationships/tags" Target="../tags/tag26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2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tags" Target="../tags/tag21.xml"/><Relationship Id="rId26" Type="http://schemas.openxmlformats.org/officeDocument/2006/relationships/tags" Target="../tags/tag20.xml"/><Relationship Id="rId25" Type="http://schemas.openxmlformats.org/officeDocument/2006/relationships/tags" Target="../tags/tag19.xml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5" Type="http://schemas.openxmlformats.org/officeDocument/2006/relationships/slideLayout" Target="../slideLayouts/slideLayout1.xml"/><Relationship Id="rId224" Type="http://schemas.openxmlformats.org/officeDocument/2006/relationships/tags" Target="../tags/tag216.xml"/><Relationship Id="rId223" Type="http://schemas.openxmlformats.org/officeDocument/2006/relationships/tags" Target="../tags/tag215.xml"/><Relationship Id="rId222" Type="http://schemas.openxmlformats.org/officeDocument/2006/relationships/tags" Target="../tags/tag214.xml"/><Relationship Id="rId221" Type="http://schemas.openxmlformats.org/officeDocument/2006/relationships/tags" Target="../tags/tag213.xml"/><Relationship Id="rId220" Type="http://schemas.openxmlformats.org/officeDocument/2006/relationships/tags" Target="../tags/tag212.xml"/><Relationship Id="rId22" Type="http://schemas.openxmlformats.org/officeDocument/2006/relationships/tags" Target="../tags/tag16.xml"/><Relationship Id="rId219" Type="http://schemas.openxmlformats.org/officeDocument/2006/relationships/tags" Target="../tags/tag211.xml"/><Relationship Id="rId218" Type="http://schemas.openxmlformats.org/officeDocument/2006/relationships/tags" Target="../tags/tag210.xml"/><Relationship Id="rId217" Type="http://schemas.openxmlformats.org/officeDocument/2006/relationships/tags" Target="../tags/tag209.xml"/><Relationship Id="rId216" Type="http://schemas.openxmlformats.org/officeDocument/2006/relationships/tags" Target="../tags/tag208.xml"/><Relationship Id="rId215" Type="http://schemas.openxmlformats.org/officeDocument/2006/relationships/tags" Target="../tags/tag207.xml"/><Relationship Id="rId214" Type="http://schemas.openxmlformats.org/officeDocument/2006/relationships/tags" Target="../tags/tag206.xml"/><Relationship Id="rId213" Type="http://schemas.openxmlformats.org/officeDocument/2006/relationships/tags" Target="../tags/tag205.xml"/><Relationship Id="rId212" Type="http://schemas.openxmlformats.org/officeDocument/2006/relationships/tags" Target="../tags/tag204.xml"/><Relationship Id="rId211" Type="http://schemas.openxmlformats.org/officeDocument/2006/relationships/tags" Target="../tags/tag203.xml"/><Relationship Id="rId210" Type="http://schemas.openxmlformats.org/officeDocument/2006/relationships/tags" Target="../tags/tag202.xml"/><Relationship Id="rId21" Type="http://schemas.openxmlformats.org/officeDocument/2006/relationships/tags" Target="../tags/tag15.xml"/><Relationship Id="rId209" Type="http://schemas.openxmlformats.org/officeDocument/2006/relationships/tags" Target="../tags/tag201.xml"/><Relationship Id="rId208" Type="http://schemas.openxmlformats.org/officeDocument/2006/relationships/tags" Target="../tags/tag200.xml"/><Relationship Id="rId207" Type="http://schemas.openxmlformats.org/officeDocument/2006/relationships/tags" Target="../tags/tag199.xml"/><Relationship Id="rId206" Type="http://schemas.openxmlformats.org/officeDocument/2006/relationships/tags" Target="../tags/tag198.xml"/><Relationship Id="rId205" Type="http://schemas.openxmlformats.org/officeDocument/2006/relationships/tags" Target="../tags/tag197.xml"/><Relationship Id="rId204" Type="http://schemas.openxmlformats.org/officeDocument/2006/relationships/tags" Target="../tags/tag196.xml"/><Relationship Id="rId203" Type="http://schemas.openxmlformats.org/officeDocument/2006/relationships/tags" Target="../tags/tag195.xml"/><Relationship Id="rId202" Type="http://schemas.openxmlformats.org/officeDocument/2006/relationships/tags" Target="../tags/tag194.xml"/><Relationship Id="rId201" Type="http://schemas.openxmlformats.org/officeDocument/2006/relationships/tags" Target="../tags/tag193.xml"/><Relationship Id="rId200" Type="http://schemas.openxmlformats.org/officeDocument/2006/relationships/tags" Target="../tags/tag192.xml"/><Relationship Id="rId20" Type="http://schemas.openxmlformats.org/officeDocument/2006/relationships/tags" Target="../tags/tag14.xml"/><Relationship Id="rId2" Type="http://schemas.openxmlformats.org/officeDocument/2006/relationships/image" Target="../media/image4.png"/><Relationship Id="rId199" Type="http://schemas.openxmlformats.org/officeDocument/2006/relationships/tags" Target="../tags/tag191.xml"/><Relationship Id="rId198" Type="http://schemas.openxmlformats.org/officeDocument/2006/relationships/tags" Target="../tags/tag190.xml"/><Relationship Id="rId197" Type="http://schemas.openxmlformats.org/officeDocument/2006/relationships/tags" Target="../tags/tag189.xml"/><Relationship Id="rId196" Type="http://schemas.openxmlformats.org/officeDocument/2006/relationships/tags" Target="../tags/tag188.xml"/><Relationship Id="rId195" Type="http://schemas.openxmlformats.org/officeDocument/2006/relationships/tags" Target="../tags/tag187.xml"/><Relationship Id="rId194" Type="http://schemas.openxmlformats.org/officeDocument/2006/relationships/tags" Target="../tags/tag186.xml"/><Relationship Id="rId193" Type="http://schemas.openxmlformats.org/officeDocument/2006/relationships/tags" Target="../tags/tag185.xml"/><Relationship Id="rId192" Type="http://schemas.openxmlformats.org/officeDocument/2006/relationships/tags" Target="../tags/tag184.xml"/><Relationship Id="rId191" Type="http://schemas.openxmlformats.org/officeDocument/2006/relationships/tags" Target="../tags/tag183.xml"/><Relationship Id="rId190" Type="http://schemas.openxmlformats.org/officeDocument/2006/relationships/tags" Target="../tags/tag182.xml"/><Relationship Id="rId19" Type="http://schemas.openxmlformats.org/officeDocument/2006/relationships/tags" Target="../tags/tag13.xml"/><Relationship Id="rId189" Type="http://schemas.openxmlformats.org/officeDocument/2006/relationships/tags" Target="../tags/tag181.xml"/><Relationship Id="rId188" Type="http://schemas.openxmlformats.org/officeDocument/2006/relationships/tags" Target="../tags/tag180.xml"/><Relationship Id="rId187" Type="http://schemas.openxmlformats.org/officeDocument/2006/relationships/tags" Target="../tags/tag179.xml"/><Relationship Id="rId186" Type="http://schemas.openxmlformats.org/officeDocument/2006/relationships/tags" Target="../tags/tag178.xml"/><Relationship Id="rId185" Type="http://schemas.openxmlformats.org/officeDocument/2006/relationships/tags" Target="../tags/tag177.xml"/><Relationship Id="rId184" Type="http://schemas.openxmlformats.org/officeDocument/2006/relationships/tags" Target="../tags/tag176.xml"/><Relationship Id="rId183" Type="http://schemas.openxmlformats.org/officeDocument/2006/relationships/tags" Target="../tags/tag175.xml"/><Relationship Id="rId182" Type="http://schemas.openxmlformats.org/officeDocument/2006/relationships/tags" Target="../tags/tag174.xml"/><Relationship Id="rId181" Type="http://schemas.openxmlformats.org/officeDocument/2006/relationships/tags" Target="../tags/tag173.xml"/><Relationship Id="rId180" Type="http://schemas.openxmlformats.org/officeDocument/2006/relationships/tags" Target="../tags/tag172.xml"/><Relationship Id="rId18" Type="http://schemas.openxmlformats.org/officeDocument/2006/relationships/tags" Target="../tags/tag12.xml"/><Relationship Id="rId179" Type="http://schemas.openxmlformats.org/officeDocument/2006/relationships/tags" Target="../tags/tag171.xml"/><Relationship Id="rId178" Type="http://schemas.openxmlformats.org/officeDocument/2006/relationships/tags" Target="../tags/tag170.xml"/><Relationship Id="rId177" Type="http://schemas.openxmlformats.org/officeDocument/2006/relationships/tags" Target="../tags/tag169.xml"/><Relationship Id="rId176" Type="http://schemas.openxmlformats.org/officeDocument/2006/relationships/image" Target="../media/image11.png"/><Relationship Id="rId175" Type="http://schemas.openxmlformats.org/officeDocument/2006/relationships/tags" Target="../tags/tag168.xml"/><Relationship Id="rId174" Type="http://schemas.openxmlformats.org/officeDocument/2006/relationships/tags" Target="../tags/tag167.xml"/><Relationship Id="rId173" Type="http://schemas.openxmlformats.org/officeDocument/2006/relationships/tags" Target="../tags/tag166.xml"/><Relationship Id="rId172" Type="http://schemas.openxmlformats.org/officeDocument/2006/relationships/tags" Target="../tags/tag165.xml"/><Relationship Id="rId171" Type="http://schemas.openxmlformats.org/officeDocument/2006/relationships/tags" Target="../tags/tag164.xml"/><Relationship Id="rId170" Type="http://schemas.openxmlformats.org/officeDocument/2006/relationships/tags" Target="../tags/tag163.xml"/><Relationship Id="rId17" Type="http://schemas.openxmlformats.org/officeDocument/2006/relationships/tags" Target="../tags/tag11.xml"/><Relationship Id="rId169" Type="http://schemas.openxmlformats.org/officeDocument/2006/relationships/tags" Target="../tags/tag162.xml"/><Relationship Id="rId168" Type="http://schemas.openxmlformats.org/officeDocument/2006/relationships/tags" Target="../tags/tag161.xml"/><Relationship Id="rId167" Type="http://schemas.openxmlformats.org/officeDocument/2006/relationships/tags" Target="../tags/tag160.xml"/><Relationship Id="rId166" Type="http://schemas.openxmlformats.org/officeDocument/2006/relationships/tags" Target="../tags/tag159.xml"/><Relationship Id="rId165" Type="http://schemas.openxmlformats.org/officeDocument/2006/relationships/tags" Target="../tags/tag158.xml"/><Relationship Id="rId164" Type="http://schemas.openxmlformats.org/officeDocument/2006/relationships/tags" Target="../tags/tag157.xml"/><Relationship Id="rId163" Type="http://schemas.openxmlformats.org/officeDocument/2006/relationships/tags" Target="../tags/tag156.xml"/><Relationship Id="rId162" Type="http://schemas.openxmlformats.org/officeDocument/2006/relationships/tags" Target="../tags/tag155.xml"/><Relationship Id="rId161" Type="http://schemas.openxmlformats.org/officeDocument/2006/relationships/tags" Target="../tags/tag154.xml"/><Relationship Id="rId160" Type="http://schemas.openxmlformats.org/officeDocument/2006/relationships/tags" Target="../tags/tag153.xml"/><Relationship Id="rId16" Type="http://schemas.openxmlformats.org/officeDocument/2006/relationships/tags" Target="../tags/tag10.xml"/><Relationship Id="rId159" Type="http://schemas.openxmlformats.org/officeDocument/2006/relationships/tags" Target="../tags/tag152.xml"/><Relationship Id="rId158" Type="http://schemas.openxmlformats.org/officeDocument/2006/relationships/tags" Target="../tags/tag151.xml"/><Relationship Id="rId157" Type="http://schemas.openxmlformats.org/officeDocument/2006/relationships/tags" Target="../tags/tag150.xml"/><Relationship Id="rId156" Type="http://schemas.openxmlformats.org/officeDocument/2006/relationships/image" Target="../media/image10.png"/><Relationship Id="rId155" Type="http://schemas.openxmlformats.org/officeDocument/2006/relationships/tags" Target="../tags/tag149.xml"/><Relationship Id="rId154" Type="http://schemas.openxmlformats.org/officeDocument/2006/relationships/tags" Target="../tags/tag148.xml"/><Relationship Id="rId153" Type="http://schemas.openxmlformats.org/officeDocument/2006/relationships/tags" Target="../tags/tag147.xml"/><Relationship Id="rId152" Type="http://schemas.openxmlformats.org/officeDocument/2006/relationships/tags" Target="../tags/tag146.xml"/><Relationship Id="rId151" Type="http://schemas.openxmlformats.org/officeDocument/2006/relationships/tags" Target="../tags/tag145.xml"/><Relationship Id="rId150" Type="http://schemas.openxmlformats.org/officeDocument/2006/relationships/tags" Target="../tags/tag144.xml"/><Relationship Id="rId15" Type="http://schemas.openxmlformats.org/officeDocument/2006/relationships/tags" Target="../tags/tag9.xml"/><Relationship Id="rId149" Type="http://schemas.openxmlformats.org/officeDocument/2006/relationships/tags" Target="../tags/tag143.xml"/><Relationship Id="rId148" Type="http://schemas.openxmlformats.org/officeDocument/2006/relationships/tags" Target="../tags/tag142.xml"/><Relationship Id="rId147" Type="http://schemas.openxmlformats.org/officeDocument/2006/relationships/tags" Target="../tags/tag141.xml"/><Relationship Id="rId146" Type="http://schemas.openxmlformats.org/officeDocument/2006/relationships/tags" Target="../tags/tag140.xml"/><Relationship Id="rId145" Type="http://schemas.openxmlformats.org/officeDocument/2006/relationships/tags" Target="../tags/tag139.xml"/><Relationship Id="rId144" Type="http://schemas.openxmlformats.org/officeDocument/2006/relationships/tags" Target="../tags/tag138.xml"/><Relationship Id="rId143" Type="http://schemas.openxmlformats.org/officeDocument/2006/relationships/tags" Target="../tags/tag137.xml"/><Relationship Id="rId142" Type="http://schemas.openxmlformats.org/officeDocument/2006/relationships/tags" Target="../tags/tag136.xml"/><Relationship Id="rId141" Type="http://schemas.openxmlformats.org/officeDocument/2006/relationships/tags" Target="../tags/tag135.xml"/><Relationship Id="rId140" Type="http://schemas.openxmlformats.org/officeDocument/2006/relationships/tags" Target="../tags/tag134.xml"/><Relationship Id="rId14" Type="http://schemas.openxmlformats.org/officeDocument/2006/relationships/tags" Target="../tags/tag8.xml"/><Relationship Id="rId139" Type="http://schemas.openxmlformats.org/officeDocument/2006/relationships/tags" Target="../tags/tag133.xml"/><Relationship Id="rId138" Type="http://schemas.openxmlformats.org/officeDocument/2006/relationships/tags" Target="../tags/tag132.xml"/><Relationship Id="rId137" Type="http://schemas.openxmlformats.org/officeDocument/2006/relationships/tags" Target="../tags/tag131.xml"/><Relationship Id="rId136" Type="http://schemas.openxmlformats.org/officeDocument/2006/relationships/tags" Target="../tags/tag130.xml"/><Relationship Id="rId135" Type="http://schemas.openxmlformats.org/officeDocument/2006/relationships/tags" Target="../tags/tag129.xml"/><Relationship Id="rId134" Type="http://schemas.openxmlformats.org/officeDocument/2006/relationships/tags" Target="../tags/tag128.xml"/><Relationship Id="rId133" Type="http://schemas.openxmlformats.org/officeDocument/2006/relationships/tags" Target="../tags/tag127.xml"/><Relationship Id="rId132" Type="http://schemas.openxmlformats.org/officeDocument/2006/relationships/tags" Target="../tags/tag126.xml"/><Relationship Id="rId131" Type="http://schemas.openxmlformats.org/officeDocument/2006/relationships/tags" Target="../tags/tag125.xml"/><Relationship Id="rId130" Type="http://schemas.openxmlformats.org/officeDocument/2006/relationships/tags" Target="../tags/tag124.xml"/><Relationship Id="rId13" Type="http://schemas.openxmlformats.org/officeDocument/2006/relationships/tags" Target="../tags/tag7.xml"/><Relationship Id="rId129" Type="http://schemas.openxmlformats.org/officeDocument/2006/relationships/tags" Target="../tags/tag123.xml"/><Relationship Id="rId128" Type="http://schemas.openxmlformats.org/officeDocument/2006/relationships/tags" Target="../tags/tag122.xml"/><Relationship Id="rId127" Type="http://schemas.openxmlformats.org/officeDocument/2006/relationships/tags" Target="../tags/tag121.xml"/><Relationship Id="rId126" Type="http://schemas.openxmlformats.org/officeDocument/2006/relationships/tags" Target="../tags/tag120.xml"/><Relationship Id="rId125" Type="http://schemas.openxmlformats.org/officeDocument/2006/relationships/tags" Target="../tags/tag119.xml"/><Relationship Id="rId124" Type="http://schemas.openxmlformats.org/officeDocument/2006/relationships/tags" Target="../tags/tag118.xml"/><Relationship Id="rId123" Type="http://schemas.openxmlformats.org/officeDocument/2006/relationships/tags" Target="../tags/tag117.xml"/><Relationship Id="rId122" Type="http://schemas.openxmlformats.org/officeDocument/2006/relationships/tags" Target="../tags/tag116.xml"/><Relationship Id="rId121" Type="http://schemas.openxmlformats.org/officeDocument/2006/relationships/tags" Target="../tags/tag115.xml"/><Relationship Id="rId120" Type="http://schemas.openxmlformats.org/officeDocument/2006/relationships/tags" Target="../tags/tag114.xml"/><Relationship Id="rId12" Type="http://schemas.openxmlformats.org/officeDocument/2006/relationships/tags" Target="../tags/tag6.xml"/><Relationship Id="rId119" Type="http://schemas.openxmlformats.org/officeDocument/2006/relationships/tags" Target="../tags/tag113.xml"/><Relationship Id="rId118" Type="http://schemas.openxmlformats.org/officeDocument/2006/relationships/tags" Target="../tags/tag112.xml"/><Relationship Id="rId117" Type="http://schemas.openxmlformats.org/officeDocument/2006/relationships/tags" Target="../tags/tag111.xml"/><Relationship Id="rId116" Type="http://schemas.openxmlformats.org/officeDocument/2006/relationships/tags" Target="../tags/tag110.xml"/><Relationship Id="rId115" Type="http://schemas.openxmlformats.org/officeDocument/2006/relationships/tags" Target="../tags/tag109.xml"/><Relationship Id="rId114" Type="http://schemas.openxmlformats.org/officeDocument/2006/relationships/tags" Target="../tags/tag108.xml"/><Relationship Id="rId113" Type="http://schemas.openxmlformats.org/officeDocument/2006/relationships/tags" Target="../tags/tag107.xml"/><Relationship Id="rId112" Type="http://schemas.openxmlformats.org/officeDocument/2006/relationships/tags" Target="../tags/tag106.xml"/><Relationship Id="rId111" Type="http://schemas.openxmlformats.org/officeDocument/2006/relationships/tags" Target="../tags/tag105.xml"/><Relationship Id="rId110" Type="http://schemas.openxmlformats.org/officeDocument/2006/relationships/tags" Target="../tags/tag104.xml"/><Relationship Id="rId11" Type="http://schemas.openxmlformats.org/officeDocument/2006/relationships/image" Target="../media/image9.png"/><Relationship Id="rId109" Type="http://schemas.openxmlformats.org/officeDocument/2006/relationships/tags" Target="../tags/tag103.xml"/><Relationship Id="rId108" Type="http://schemas.openxmlformats.org/officeDocument/2006/relationships/tags" Target="../tags/tag102.xml"/><Relationship Id="rId107" Type="http://schemas.openxmlformats.org/officeDocument/2006/relationships/tags" Target="../tags/tag101.xml"/><Relationship Id="rId106" Type="http://schemas.openxmlformats.org/officeDocument/2006/relationships/tags" Target="../tags/tag100.xml"/><Relationship Id="rId105" Type="http://schemas.openxmlformats.org/officeDocument/2006/relationships/tags" Target="../tags/tag99.xml"/><Relationship Id="rId104" Type="http://schemas.openxmlformats.org/officeDocument/2006/relationships/tags" Target="../tags/tag98.xml"/><Relationship Id="rId103" Type="http://schemas.openxmlformats.org/officeDocument/2006/relationships/tags" Target="../tags/tag97.xml"/><Relationship Id="rId102" Type="http://schemas.openxmlformats.org/officeDocument/2006/relationships/tags" Target="../tags/tag96.xml"/><Relationship Id="rId101" Type="http://schemas.openxmlformats.org/officeDocument/2006/relationships/tags" Target="../tags/tag95.xml"/><Relationship Id="rId100" Type="http://schemas.openxmlformats.org/officeDocument/2006/relationships/tags" Target="../tags/tag94.xml"/><Relationship Id="rId10" Type="http://schemas.openxmlformats.org/officeDocument/2006/relationships/tags" Target="../tags/tag5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s 26"/>
          <p:cNvSpPr/>
          <p:nvPr/>
        </p:nvSpPr>
        <p:spPr>
          <a:xfrm>
            <a:off x="8328660" y="2323465"/>
            <a:ext cx="3688715" cy="19075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s 25"/>
          <p:cNvSpPr/>
          <p:nvPr/>
        </p:nvSpPr>
        <p:spPr>
          <a:xfrm>
            <a:off x="4361180" y="2323465"/>
            <a:ext cx="3688715" cy="1907540"/>
          </a:xfrm>
          <a:prstGeom prst="rect">
            <a:avLst/>
          </a:prstGeom>
          <a:solidFill>
            <a:srgbClr val="CCE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s 24"/>
          <p:cNvSpPr/>
          <p:nvPr/>
        </p:nvSpPr>
        <p:spPr>
          <a:xfrm>
            <a:off x="436880" y="2323465"/>
            <a:ext cx="3688715" cy="19075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36878" y="150401"/>
            <a:ext cx="1091692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Heiti SC Medium" panose="02000000000000000000" charset="-122"/>
                <a:ea typeface="Heiti SC Medium" panose="02000000000000000000" charset="-122"/>
              </a:rPr>
              <a:t>神经解码的核心在于</a:t>
            </a:r>
            <a:r>
              <a:rPr lang="zh-CN" altLang="en-US" sz="3600" b="1" dirty="0">
                <a:solidFill>
                  <a:srgbClr val="0378DB"/>
                </a:solidFill>
                <a:latin typeface="Heiti SC Medium" panose="02000000000000000000" charset="-122"/>
                <a:ea typeface="Heiti SC Medium" panose="02000000000000000000" charset="-122"/>
              </a:rPr>
              <a:t>最大化神经表征的差异</a:t>
            </a:r>
            <a:endParaRPr lang="zh-CN" altLang="en-US" sz="3600" b="1" dirty="0">
              <a:solidFill>
                <a:srgbClr val="0378DB"/>
              </a:solidFill>
              <a:latin typeface="Heiti SC Medium" panose="02000000000000000000" charset="-122"/>
              <a:ea typeface="Heiti SC Medium" panose="02000000000000000000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7515" y="1156970"/>
            <a:ext cx="115309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脑机接口实现方案有多种，取决于</a:t>
            </a:r>
            <a:r>
              <a:rPr lang="zh-CN" altLang="en-US" sz="2400" b="1" dirty="0">
                <a:solidFill>
                  <a:srgbClr val="C00000"/>
                </a:solidFill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任务范式</a:t>
            </a:r>
            <a:r>
              <a:rPr lang="zh-CN" altLang="en-US" sz="2400" b="1" dirty="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、涉及的</a:t>
            </a:r>
            <a:r>
              <a:rPr lang="zh-CN" altLang="en-US" sz="2400" b="1" dirty="0">
                <a:solidFill>
                  <a:srgbClr val="C00000"/>
                </a:solidFill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脑区</a:t>
            </a:r>
            <a:r>
              <a:rPr lang="zh-CN" altLang="en-US" sz="2400" b="1" dirty="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、计算</a:t>
            </a:r>
            <a:r>
              <a:rPr lang="zh-CN" altLang="en-US" sz="2400" b="1" dirty="0">
                <a:solidFill>
                  <a:srgbClr val="C00000"/>
                </a:solidFill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模型</a:t>
            </a:r>
            <a:endParaRPr lang="zh-CN" altLang="en-US" sz="2400" b="1" dirty="0">
              <a:solidFill>
                <a:srgbClr val="C00000"/>
              </a:solidFill>
              <a:latin typeface="Heiti SC Medium" panose="02000000000000000000" charset="-122"/>
              <a:ea typeface="Heiti SC Medium" panose="02000000000000000000" charset="-122"/>
              <a:cs typeface="Heiti SC Medium" panose="02000000000000000000" charset="-122"/>
            </a:endParaRPr>
          </a:p>
          <a:p>
            <a:r>
              <a:rPr lang="zh-CN" altLang="en-US" sz="2400" b="1" dirty="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目的都是</a:t>
            </a:r>
            <a:r>
              <a:rPr lang="zh-CN" altLang="en-US" sz="2400" b="1" dirty="0">
                <a:solidFill>
                  <a:srgbClr val="C00000"/>
                </a:solidFill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最大化神经表征的差异</a:t>
            </a:r>
            <a:r>
              <a:rPr lang="zh-CN" altLang="en-US" sz="2400" b="1" dirty="0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，从而让解码模型能更好的分类。</a:t>
            </a:r>
            <a:endParaRPr lang="zh-CN" altLang="en-US" sz="2400" b="1" dirty="0">
              <a:latin typeface="Heiti SC Medium" panose="02000000000000000000" charset="-122"/>
              <a:ea typeface="Heiti SC Medium" panose="02000000000000000000" charset="-122"/>
              <a:cs typeface="Heiti SC Medium" panose="02000000000000000000" charset="-122"/>
            </a:endParaRPr>
          </a:p>
        </p:txBody>
      </p:sp>
      <p:cxnSp>
        <p:nvCxnSpPr>
          <p:cNvPr id="5" name="直接连接符 10"/>
          <p:cNvCxnSpPr/>
          <p:nvPr/>
        </p:nvCxnSpPr>
        <p:spPr>
          <a:xfrm>
            <a:off x="0" y="929640"/>
            <a:ext cx="12160885" cy="0"/>
          </a:xfrm>
          <a:prstGeom prst="line">
            <a:avLst/>
          </a:prstGeom>
          <a:ln w="19050">
            <a:solidFill>
              <a:srgbClr val="01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/>
        </p:nvSpPr>
        <p:spPr>
          <a:xfrm>
            <a:off x="532765" y="2475865"/>
            <a:ext cx="3188970" cy="1630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视觉刺激</a:t>
            </a:r>
            <a:r>
              <a:rPr lang="en-US" altLang="zh-CN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/</a:t>
            </a:r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视觉想象</a:t>
            </a:r>
            <a:endParaRPr lang="zh-CN" altLang="en-US" sz="2800" b="1">
              <a:latin typeface="Heiti SC Medium" panose="02000000000000000000" charset="-122"/>
              <a:ea typeface="Heiti SC Medium" panose="02000000000000000000" charset="-122"/>
              <a:cs typeface="Heiti SC Medium" panose="02000000000000000000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频率：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7Hz/10Hz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图片类别：猫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/</a:t>
            </a: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狗</a:t>
            </a:r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4384040" y="2475865"/>
            <a:ext cx="3059430" cy="1691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运动</a:t>
            </a:r>
            <a:r>
              <a:rPr lang="en-US" altLang="zh-CN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/</a:t>
            </a:r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运动想象</a:t>
            </a:r>
            <a:endParaRPr lang="zh-CN" altLang="en-US" sz="2800" b="1">
              <a:latin typeface="Heiti SC Medium" panose="02000000000000000000" charset="-122"/>
              <a:ea typeface="Heiti SC Medium" panose="02000000000000000000" charset="-122"/>
              <a:cs typeface="Heiti SC Medium" panose="02000000000000000000" charset="-122"/>
            </a:endParaRPr>
          </a:p>
          <a:p>
            <a:pPr algn="l"/>
            <a:endParaRPr lang="zh-CN" altLang="en-US" sz="28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方位：上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  <a:sym typeface="+mn-ea"/>
              </a:rPr>
              <a:t>/</a:t>
            </a: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下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  <a:sym typeface="+mn-ea"/>
              </a:rPr>
              <a:t>/</a:t>
            </a: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左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  <a:sym typeface="+mn-ea"/>
              </a:rPr>
              <a:t>/</a:t>
            </a: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右</a:t>
            </a:r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身体部位：手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  <a:sym typeface="+mn-ea"/>
              </a:rPr>
              <a:t>/</a:t>
            </a: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脚</a:t>
            </a:r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8460740" y="2475865"/>
            <a:ext cx="2792730" cy="1691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+mn-ea"/>
              </a:rPr>
              <a:t>说话</a:t>
            </a:r>
            <a:r>
              <a:rPr lang="en-US" altLang="zh-CN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+mn-ea"/>
              </a:rPr>
              <a:t>/</a:t>
            </a:r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  <a:sym typeface="+mn-ea"/>
              </a:rPr>
              <a:t>语言</a:t>
            </a:r>
            <a:r>
              <a:rPr lang="zh-CN" altLang="en-US" sz="2800" b="1">
                <a:latin typeface="Heiti SC Medium" panose="02000000000000000000" charset="-122"/>
                <a:ea typeface="Heiti SC Medium" panose="02000000000000000000" charset="-122"/>
                <a:cs typeface="Heiti SC Medium" panose="02000000000000000000" charset="-122"/>
              </a:rPr>
              <a:t>想象</a:t>
            </a:r>
            <a:endParaRPr lang="zh-CN" altLang="en-US" sz="2800" b="1">
              <a:latin typeface="Heiti SC Medium" panose="02000000000000000000" charset="-122"/>
              <a:ea typeface="Heiti SC Medium" panose="02000000000000000000" charset="-122"/>
              <a:cs typeface="Heiti SC Medium" panose="02000000000000000000" charset="-122"/>
            </a:endParaRPr>
          </a:p>
          <a:p>
            <a:pPr algn="l"/>
            <a:endParaRPr lang="zh-CN" altLang="en-US" sz="28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词汇：苹果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  <a:sym typeface="+mn-ea"/>
              </a:rPr>
              <a:t>/</a:t>
            </a: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西瓜</a:t>
            </a:r>
            <a:endParaRPr lang="zh-CN" altLang="en-US" sz="2400">
              <a:latin typeface="Heiti SC Light" panose="02000000000000000000" charset="-122"/>
              <a:ea typeface="Heiti SC Light" panose="02000000000000000000" charset="-12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400">
                <a:latin typeface="Heiti SC Light" panose="02000000000000000000" charset="-122"/>
                <a:ea typeface="Heiti SC Light" panose="02000000000000000000" charset="-122"/>
              </a:rPr>
              <a:t>句子：</a:t>
            </a:r>
            <a:r>
              <a:rPr lang="en-US" altLang="zh-CN" sz="2400">
                <a:latin typeface="Heiti SC Light" panose="02000000000000000000" charset="-122"/>
                <a:ea typeface="Heiti SC Light" panose="02000000000000000000" charset="-122"/>
              </a:rPr>
              <a:t>blabla</a:t>
            </a:r>
            <a:endParaRPr lang="en-US" altLang="zh-CN" sz="2400">
              <a:latin typeface="Heiti SC Light" panose="02000000000000000000" charset="-122"/>
              <a:ea typeface="Heiti SC Light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285D2-C07C-774E-9D8F-A11C03256130}" type="slidenum">
              <a:rPr lang="en-US" smtClean="0"/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36878" y="150401"/>
            <a:ext cx="1091692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如何找到</a:t>
            </a:r>
            <a:r>
              <a:rPr lang="zh-CN" altLang="en-US" sz="3600" b="1" dirty="0">
                <a:solidFill>
                  <a:srgbClr val="0378DB"/>
                </a:solidFill>
                <a:latin typeface="Heiti TC Medium" panose="02000000000000000000" pitchFamily="2" charset="-128"/>
                <a:ea typeface="Heiti TC Medium" panose="02000000000000000000" pitchFamily="2" charset="-128"/>
              </a:rPr>
              <a:t>最大化神经表征的差异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  <a:sym typeface="+mn-ea"/>
              </a:rPr>
              <a:t>的图片刺激</a:t>
            </a:r>
            <a:endParaRPr lang="zh-CN" altLang="en-US" sz="3600" b="1" dirty="0">
              <a:latin typeface="Heiti TC Medium" panose="02000000000000000000" pitchFamily="2" charset="-128"/>
              <a:ea typeface="Heiti TC Medium" panose="02000000000000000000" pitchFamily="2" charset="-128"/>
              <a:sym typeface="+mn-ea"/>
            </a:endParaRPr>
          </a:p>
        </p:txBody>
      </p:sp>
      <p:cxnSp>
        <p:nvCxnSpPr>
          <p:cNvPr id="5" name="直接连接符 10"/>
          <p:cNvCxnSpPr/>
          <p:nvPr/>
        </p:nvCxnSpPr>
        <p:spPr>
          <a:xfrm>
            <a:off x="0" y="929640"/>
            <a:ext cx="12160885" cy="0"/>
          </a:xfrm>
          <a:prstGeom prst="line">
            <a:avLst/>
          </a:prstGeom>
          <a:ln w="19050">
            <a:solidFill>
              <a:srgbClr val="01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671443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0" y="1426845"/>
            <a:ext cx="8693150" cy="42976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276985" y="6221730"/>
            <a:ext cx="9606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【专利：刘泉影、魏晨、李诗颖，一种最优化设计脑机接口想象标志物的方法及范式，</a:t>
            </a:r>
            <a:r>
              <a:rPr lang="en-US" altLang="zh-CN"/>
              <a:t>2023</a:t>
            </a:r>
            <a:r>
              <a:rPr lang="zh-CN" altLang="en-US"/>
              <a:t>】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285D2-C07C-774E-9D8F-A11C03256130}" type="slidenum">
              <a:rPr lang="en-US" smtClean="0"/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36878" y="150401"/>
            <a:ext cx="1091692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如何找到</a:t>
            </a:r>
            <a:r>
              <a:rPr lang="zh-CN" altLang="en-US" sz="3600" b="1" dirty="0">
                <a:solidFill>
                  <a:srgbClr val="0378DB"/>
                </a:solidFill>
                <a:latin typeface="Heiti TC Medium" panose="02000000000000000000" pitchFamily="2" charset="-128"/>
                <a:ea typeface="Heiti TC Medium" panose="02000000000000000000" pitchFamily="2" charset="-128"/>
              </a:rPr>
              <a:t>最大化神经表征的差异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  <a:sym typeface="+mn-ea"/>
              </a:rPr>
              <a:t>的图片刺激</a:t>
            </a:r>
            <a:endParaRPr lang="zh-CN" altLang="en-US" sz="3600" b="1" dirty="0">
              <a:latin typeface="Heiti TC Medium" panose="02000000000000000000" pitchFamily="2" charset="-128"/>
              <a:ea typeface="Heiti TC Medium" panose="02000000000000000000" pitchFamily="2" charset="-128"/>
              <a:sym typeface="+mn-ea"/>
            </a:endParaRPr>
          </a:p>
        </p:txBody>
      </p:sp>
      <p:cxnSp>
        <p:nvCxnSpPr>
          <p:cNvPr id="5" name="直接连接符 10"/>
          <p:cNvCxnSpPr/>
          <p:nvPr/>
        </p:nvCxnSpPr>
        <p:spPr>
          <a:xfrm>
            <a:off x="0" y="929640"/>
            <a:ext cx="12160885" cy="0"/>
          </a:xfrm>
          <a:prstGeom prst="line">
            <a:avLst/>
          </a:prstGeom>
          <a:ln w="19050">
            <a:solidFill>
              <a:srgbClr val="01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3168650" y="6353175"/>
            <a:ext cx="236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/>
              <a:t>【魏晨</a:t>
            </a:r>
            <a:r>
              <a:rPr lang="en-US" altLang="zh-CN"/>
              <a:t>, </a:t>
            </a:r>
            <a:r>
              <a:rPr lang="zh-CN" altLang="en-US"/>
              <a:t>未发表数据】</a:t>
            </a:r>
            <a:endParaRPr lang="zh-CN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1323340"/>
            <a:ext cx="8251190" cy="476821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610600" y="1323340"/>
            <a:ext cx="3495040" cy="4610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2000"/>
              <a:t>从不同角度来</a:t>
            </a:r>
            <a:r>
              <a:rPr lang="zh-CN" altLang="en-US" sz="2000" b="1">
                <a:solidFill>
                  <a:schemeClr val="accent2"/>
                </a:solidFill>
              </a:rPr>
              <a:t>量化</a:t>
            </a:r>
            <a:r>
              <a:rPr lang="zh-CN" altLang="en-US" sz="2000"/>
              <a:t>差异：</a:t>
            </a:r>
            <a:endParaRPr lang="en-US" altLang="zh-CN" sz="2000"/>
          </a:p>
          <a:p>
            <a:pPr fontAlgn="auto">
              <a:lnSpc>
                <a:spcPct val="140000"/>
              </a:lnSpc>
              <a:spcAft>
                <a:spcPts val="1000"/>
              </a:spcAft>
            </a:pPr>
            <a:r>
              <a:rPr lang="en-US" altLang="zh-CN" sz="2000"/>
              <a:t>1. </a:t>
            </a:r>
            <a:r>
              <a:rPr lang="zh-CN" altLang="en-US" sz="2000"/>
              <a:t>预训练的多模态模型</a:t>
            </a:r>
            <a:endParaRPr lang="zh-CN" altLang="en-US" sz="2000"/>
          </a:p>
          <a:p>
            <a:pPr fontAlgn="auto">
              <a:lnSpc>
                <a:spcPct val="140000"/>
              </a:lnSpc>
              <a:spcAft>
                <a:spcPts val="1000"/>
              </a:spcAft>
            </a:pPr>
            <a:r>
              <a:rPr lang="en-US" altLang="zh-CN" sz="2000"/>
              <a:t>2. Align</a:t>
            </a:r>
            <a:r>
              <a:rPr lang="zh-CN" altLang="en-US" sz="2000"/>
              <a:t>到人类决策的多模态模型</a:t>
            </a:r>
            <a:endParaRPr lang="zh-CN" altLang="en-US" sz="2000"/>
          </a:p>
          <a:p>
            <a:pPr fontAlgn="auto">
              <a:lnSpc>
                <a:spcPct val="140000"/>
              </a:lnSpc>
              <a:spcAft>
                <a:spcPts val="1000"/>
              </a:spcAft>
            </a:pPr>
            <a:r>
              <a:rPr lang="en-US" altLang="zh-CN" sz="2000"/>
              <a:t>3. Align</a:t>
            </a:r>
            <a:r>
              <a:rPr lang="zh-CN" altLang="en-US" sz="2000"/>
              <a:t>到人类神经数据的多模态模型</a:t>
            </a:r>
            <a:endParaRPr lang="zh-CN" altLang="en-US" sz="2000"/>
          </a:p>
          <a:p>
            <a:pPr fontAlgn="auto">
              <a:lnSpc>
                <a:spcPct val="140000"/>
              </a:lnSpc>
              <a:spcAft>
                <a:spcPts val="1000"/>
              </a:spcAft>
            </a:pPr>
            <a:endParaRPr lang="zh-CN" altLang="en-US" sz="2000"/>
          </a:p>
          <a:p>
            <a:pPr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2000"/>
              <a:t>找到最大化差异的</a:t>
            </a:r>
            <a:r>
              <a:rPr lang="en-US" altLang="zh-CN" sz="2000"/>
              <a:t>images</a:t>
            </a:r>
            <a:r>
              <a:rPr lang="zh-CN" altLang="en-US" sz="2000"/>
              <a:t>，用于</a:t>
            </a:r>
            <a:r>
              <a:rPr lang="en-US" altLang="zh-CN" sz="2000"/>
              <a:t>BCI</a:t>
            </a:r>
            <a:r>
              <a:rPr lang="zh-CN" altLang="en-US" sz="2000"/>
              <a:t>中的神经解码</a:t>
            </a:r>
            <a:endParaRPr lang="zh-CN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285D2-C07C-774E-9D8F-A11C03256130}" type="slidenum">
              <a:rPr lang="en-US" smtClean="0"/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36878" y="150401"/>
            <a:ext cx="1091692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如何找到</a:t>
            </a:r>
            <a:r>
              <a:rPr lang="zh-CN" altLang="en-US" sz="3600" b="1" dirty="0">
                <a:solidFill>
                  <a:srgbClr val="0378DB"/>
                </a:solidFill>
                <a:latin typeface="Heiti TC Medium" panose="02000000000000000000" pitchFamily="2" charset="-128"/>
                <a:ea typeface="Heiti TC Medium" panose="02000000000000000000" pitchFamily="2" charset="-128"/>
              </a:rPr>
              <a:t>最大化神经表征的差异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  <a:sym typeface="+mn-ea"/>
              </a:rPr>
              <a:t>的图片刺激</a:t>
            </a:r>
            <a:endParaRPr lang="zh-CN" altLang="en-US" sz="3600" b="1" dirty="0">
              <a:latin typeface="Heiti TC Medium" panose="02000000000000000000" pitchFamily="2" charset="-128"/>
              <a:ea typeface="Heiti TC Medium" panose="02000000000000000000" pitchFamily="2" charset="-128"/>
              <a:sym typeface="+mn-ea"/>
            </a:endParaRPr>
          </a:p>
        </p:txBody>
      </p:sp>
      <p:cxnSp>
        <p:nvCxnSpPr>
          <p:cNvPr id="5" name="直接连接符 10"/>
          <p:cNvCxnSpPr/>
          <p:nvPr/>
        </p:nvCxnSpPr>
        <p:spPr>
          <a:xfrm>
            <a:off x="0" y="929640"/>
            <a:ext cx="12160885" cy="0"/>
          </a:xfrm>
          <a:prstGeom prst="line">
            <a:avLst/>
          </a:prstGeom>
          <a:ln w="19050">
            <a:solidFill>
              <a:srgbClr val="01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293872" y="6538913"/>
            <a:ext cx="11624859" cy="30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Gifford, A. T., Dwivedi, K., </a:t>
            </a:r>
            <a:r>
              <a:rPr lang="en-US" altLang="zh-CN" sz="1400" dirty="0" err="1"/>
              <a:t>Roig</a:t>
            </a:r>
            <a:r>
              <a:rPr lang="en-US" altLang="zh-CN" sz="1400" dirty="0"/>
              <a:t>, G., &amp; </a:t>
            </a:r>
            <a:r>
              <a:rPr lang="en-US" altLang="zh-CN" sz="1400" dirty="0" err="1"/>
              <a:t>Cichy</a:t>
            </a:r>
            <a:r>
              <a:rPr lang="en-US" altLang="zh-CN" sz="1400" dirty="0"/>
              <a:t>, R. M. (2022). A large and rich EEG dataset for modeling human visual object recognition. </a:t>
            </a:r>
            <a:r>
              <a:rPr lang="en-US" altLang="zh-CN" sz="1400" dirty="0" err="1"/>
              <a:t>NeuroImage</a:t>
            </a:r>
            <a:r>
              <a:rPr lang="en-US" altLang="zh-CN" sz="1400" dirty="0"/>
              <a:t>, 264, 119754.</a:t>
            </a:r>
            <a:endParaRPr lang="en-US" altLang="zh-CN" sz="1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1"/>
          <a:srcRect t="2449"/>
          <a:stretch>
            <a:fillRect/>
          </a:stretch>
        </p:blipFill>
        <p:spPr>
          <a:xfrm>
            <a:off x="1229162" y="1072587"/>
            <a:ext cx="9733675" cy="5341112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0" y="2914015"/>
            <a:ext cx="79241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40000"/>
              </a:lnSpc>
              <a:spcAft>
                <a:spcPts val="1000"/>
              </a:spcAft>
            </a:pPr>
            <a:r>
              <a:rPr lang="zh-CN" altLang="en-US" sz="2000"/>
              <a:t>从不同角度来</a:t>
            </a:r>
            <a:r>
              <a:rPr lang="zh-CN" altLang="en-US" sz="2000" b="1">
                <a:solidFill>
                  <a:schemeClr val="accent2"/>
                </a:solidFill>
              </a:rPr>
              <a:t>量化</a:t>
            </a:r>
            <a:r>
              <a:rPr lang="zh-CN" altLang="en-US" sz="2000"/>
              <a:t>差异：</a:t>
            </a:r>
            <a:r>
              <a:rPr lang="en-US" altLang="zh-CN" sz="2000"/>
              <a:t>1. </a:t>
            </a:r>
            <a:r>
              <a:rPr lang="zh-CN" altLang="en-US" sz="2000"/>
              <a:t>预训练的多模态模型</a:t>
            </a:r>
            <a:r>
              <a:rPr lang="en-US" altLang="zh-CN" sz="2000"/>
              <a:t>2. Align</a:t>
            </a:r>
            <a:r>
              <a:rPr lang="zh-CN" altLang="en-US" sz="2000"/>
              <a:t>到人类决策的多模态模型</a:t>
            </a:r>
            <a:r>
              <a:rPr lang="en-US" altLang="zh-CN" sz="2000"/>
              <a:t>3. Align</a:t>
            </a:r>
            <a:r>
              <a:rPr lang="zh-CN" altLang="en-US" sz="2000"/>
              <a:t>到人类神经数据的多模态模型</a:t>
            </a:r>
            <a:r>
              <a:rPr lang="en-US" altLang="zh-CN" sz="2000"/>
              <a:t>                                      </a:t>
            </a:r>
            <a:r>
              <a:rPr lang="zh-CN" altLang="en-US" sz="2000" b="1"/>
              <a:t>找到最大化差异的</a:t>
            </a:r>
            <a:r>
              <a:rPr lang="en-US" altLang="zh-CN" sz="2000" b="1"/>
              <a:t>images</a:t>
            </a:r>
            <a:r>
              <a:rPr lang="zh-CN" altLang="en-US" sz="2000" b="1"/>
              <a:t>，用于</a:t>
            </a:r>
            <a:r>
              <a:rPr lang="en-US" altLang="zh-CN" sz="2000" b="1"/>
              <a:t>BCI</a:t>
            </a:r>
            <a:r>
              <a:rPr lang="zh-CN" altLang="en-US" sz="2000" b="1"/>
              <a:t>中的神经解码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7" name="图片 34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108565" y="3324860"/>
            <a:ext cx="1599565" cy="148844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342900" y="27305"/>
            <a:ext cx="855345" cy="2692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2450" y="2626995"/>
            <a:ext cx="4426585" cy="4426585"/>
          </a:xfrm>
          <a:prstGeom prst="rect">
            <a:avLst/>
          </a:prstGeom>
        </p:spPr>
      </p:pic>
      <p:sp>
        <p:nvSpPr>
          <p:cNvPr id="2" name="梯形 1"/>
          <p:cNvSpPr/>
          <p:nvPr/>
        </p:nvSpPr>
        <p:spPr>
          <a:xfrm rot="5400000">
            <a:off x="1257935" y="1014095"/>
            <a:ext cx="1666875" cy="753110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</a:pPr>
            <a:endParaRPr lang="en-US"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cxnSp>
        <p:nvCxnSpPr>
          <p:cNvPr id="3552" name="Google Shape;3552;p58"/>
          <p:cNvCxnSpPr/>
          <p:nvPr>
            <p:custDataLst>
              <p:tags r:id="rId5"/>
            </p:custDataLst>
          </p:nvPr>
        </p:nvCxnSpPr>
        <p:spPr>
          <a:xfrm flipV="1">
            <a:off x="2539560" y="1337194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690370" y="1064260"/>
            <a:ext cx="101854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CLIP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Encoder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boy_02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020" y="106680"/>
            <a:ext cx="720000" cy="720000"/>
          </a:xfrm>
          <a:prstGeom prst="rect">
            <a:avLst/>
          </a:prstGeom>
        </p:spPr>
      </p:pic>
      <p:pic>
        <p:nvPicPr>
          <p:cNvPr id="7" name="图片 6" descr="domino_09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020" y="1969770"/>
            <a:ext cx="720000" cy="720000"/>
          </a:xfrm>
          <a:prstGeom prst="rect">
            <a:avLst/>
          </a:prstGeom>
        </p:spPr>
      </p:pic>
      <p:pic>
        <p:nvPicPr>
          <p:cNvPr id="8" name="图片 7" descr="limousine_03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020" y="1038225"/>
            <a:ext cx="720000" cy="720000"/>
          </a:xfrm>
          <a:prstGeom prst="rect">
            <a:avLst/>
          </a:prstGeom>
        </p:spPr>
      </p:pic>
      <p:cxnSp>
        <p:nvCxnSpPr>
          <p:cNvPr id="10" name="Google Shape;3552;p58"/>
          <p:cNvCxnSpPr/>
          <p:nvPr>
            <p:custDataLst>
              <p:tags r:id="rId9"/>
            </p:custDataLst>
          </p:nvPr>
        </p:nvCxnSpPr>
        <p:spPr>
          <a:xfrm flipV="1">
            <a:off x="1223205" y="1347354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 descr="雪花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835785" y="768350"/>
            <a:ext cx="190500" cy="214630"/>
          </a:xfrm>
          <a:prstGeom prst="rect">
            <a:avLst/>
          </a:prstGeom>
        </p:spPr>
      </p:pic>
      <p:grpSp>
        <p:nvGrpSpPr>
          <p:cNvPr id="3802" name="Google Shape;3802;p42"/>
          <p:cNvGrpSpPr/>
          <p:nvPr/>
        </p:nvGrpSpPr>
        <p:grpSpPr>
          <a:xfrm>
            <a:off x="3055673" y="1373183"/>
            <a:ext cx="885225" cy="886226"/>
            <a:chOff x="2585268" y="3081288"/>
            <a:chExt cx="885225" cy="886226"/>
          </a:xfrm>
        </p:grpSpPr>
        <p:grpSp>
          <p:nvGrpSpPr>
            <p:cNvPr id="3803" name="Google Shape;3803;p42"/>
            <p:cNvGrpSpPr/>
            <p:nvPr/>
          </p:nvGrpSpPr>
          <p:grpSpPr>
            <a:xfrm>
              <a:off x="2585801" y="3258413"/>
              <a:ext cx="884158" cy="177133"/>
              <a:chOff x="5723225" y="3078350"/>
              <a:chExt cx="1371000" cy="274200"/>
            </a:xfrm>
          </p:grpSpPr>
          <p:sp>
            <p:nvSpPr>
              <p:cNvPr id="3805" name="Google Shape;3805;p42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6" name="Google Shape;3806;p42"/>
              <p:cNvSpPr/>
              <p:nvPr>
                <p:custDataLst>
                  <p:tags r:id="rId13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7" name="Google Shape;3807;p42"/>
              <p:cNvSpPr/>
              <p:nvPr>
                <p:custDataLst>
                  <p:tags r:id="rId14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8" name="Google Shape;3808;p42"/>
              <p:cNvSpPr/>
              <p:nvPr>
                <p:custDataLst>
                  <p:tags r:id="rId15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09" name="Google Shape;3809;p42"/>
              <p:cNvSpPr/>
              <p:nvPr>
                <p:custDataLst>
                  <p:tags r:id="rId16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11" name="Google Shape;3811;p42"/>
            <p:cNvGrpSpPr/>
            <p:nvPr/>
          </p:nvGrpSpPr>
          <p:grpSpPr>
            <a:xfrm>
              <a:off x="2585801" y="3435538"/>
              <a:ext cx="884158" cy="177133"/>
              <a:chOff x="5723225" y="3078350"/>
              <a:chExt cx="1371000" cy="274200"/>
            </a:xfrm>
          </p:grpSpPr>
          <p:sp>
            <p:nvSpPr>
              <p:cNvPr id="3813" name="Google Shape;3813;p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4" name="Google Shape;3814;p42"/>
              <p:cNvSpPr/>
              <p:nvPr>
                <p:custDataLst>
                  <p:tags r:id="rId18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5" name="Google Shape;3815;p42"/>
              <p:cNvSpPr/>
              <p:nvPr>
                <p:custDataLst>
                  <p:tags r:id="rId19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6" name="Google Shape;3816;p42"/>
              <p:cNvSpPr/>
              <p:nvPr>
                <p:custDataLst>
                  <p:tags r:id="rId20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17" name="Google Shape;3817;p42"/>
              <p:cNvSpPr/>
              <p:nvPr>
                <p:custDataLst>
                  <p:tags r:id="rId21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19" name="Google Shape;3819;p42"/>
            <p:cNvGrpSpPr/>
            <p:nvPr/>
          </p:nvGrpSpPr>
          <p:grpSpPr>
            <a:xfrm>
              <a:off x="2585801" y="3612663"/>
              <a:ext cx="884158" cy="177133"/>
              <a:chOff x="5723225" y="3078350"/>
              <a:chExt cx="1371000" cy="274200"/>
            </a:xfrm>
          </p:grpSpPr>
          <p:sp>
            <p:nvSpPr>
              <p:cNvPr id="3821" name="Google Shape;3821;p42"/>
              <p:cNvSpPr/>
              <p:nvPr>
                <p:custDataLst>
                  <p:tags r:id="rId22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2" name="Google Shape;3822;p42"/>
              <p:cNvSpPr/>
              <p:nvPr>
                <p:custDataLst>
                  <p:tags r:id="rId23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3" name="Google Shape;3823;p42"/>
              <p:cNvSpPr/>
              <p:nvPr>
                <p:custDataLst>
                  <p:tags r:id="rId24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4" name="Google Shape;3824;p42"/>
              <p:cNvSpPr/>
              <p:nvPr>
                <p:custDataLst>
                  <p:tags r:id="rId25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25" name="Google Shape;3825;p42"/>
              <p:cNvSpPr/>
              <p:nvPr>
                <p:custDataLst>
                  <p:tags r:id="rId26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27" name="Google Shape;3827;p42"/>
            <p:cNvGrpSpPr/>
            <p:nvPr/>
          </p:nvGrpSpPr>
          <p:grpSpPr>
            <a:xfrm rot="5400000">
              <a:off x="2762926" y="3435538"/>
              <a:ext cx="884158" cy="177133"/>
              <a:chOff x="5723225" y="3078350"/>
              <a:chExt cx="1371000" cy="274200"/>
            </a:xfrm>
          </p:grpSpPr>
          <p:sp>
            <p:nvSpPr>
              <p:cNvPr id="3829" name="Google Shape;3829;p42"/>
              <p:cNvSpPr/>
              <p:nvPr>
                <p:custDataLst>
                  <p:tags r:id="rId27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0" name="Google Shape;3830;p42"/>
              <p:cNvSpPr/>
              <p:nvPr>
                <p:custDataLst>
                  <p:tags r:id="rId28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1" name="Google Shape;3831;p42"/>
              <p:cNvSpPr/>
              <p:nvPr>
                <p:custDataLst>
                  <p:tags r:id="rId29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2" name="Google Shape;3832;p42"/>
              <p:cNvSpPr/>
              <p:nvPr>
                <p:custDataLst>
                  <p:tags r:id="rId30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3" name="Google Shape;3833;p42"/>
              <p:cNvSpPr/>
              <p:nvPr>
                <p:custDataLst>
                  <p:tags r:id="rId31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35" name="Google Shape;3835;p42"/>
            <p:cNvGrpSpPr/>
            <p:nvPr/>
          </p:nvGrpSpPr>
          <p:grpSpPr>
            <a:xfrm rot="5400000">
              <a:off x="2585801" y="3435538"/>
              <a:ext cx="884158" cy="177133"/>
              <a:chOff x="5723225" y="3078350"/>
              <a:chExt cx="1371000" cy="274200"/>
            </a:xfrm>
          </p:grpSpPr>
          <p:sp>
            <p:nvSpPr>
              <p:cNvPr id="3837" name="Google Shape;3837;p42"/>
              <p:cNvSpPr/>
              <p:nvPr>
                <p:custDataLst>
                  <p:tags r:id="rId32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8" name="Google Shape;3838;p42"/>
              <p:cNvSpPr/>
              <p:nvPr>
                <p:custDataLst>
                  <p:tags r:id="rId33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39" name="Google Shape;3839;p42"/>
              <p:cNvSpPr/>
              <p:nvPr>
                <p:custDataLst>
                  <p:tags r:id="rId34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0" name="Google Shape;3840;p42"/>
              <p:cNvSpPr/>
              <p:nvPr>
                <p:custDataLst>
                  <p:tags r:id="rId35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1" name="Google Shape;3841;p42"/>
              <p:cNvSpPr/>
              <p:nvPr>
                <p:custDataLst>
                  <p:tags r:id="rId36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43" name="Google Shape;3843;p42"/>
            <p:cNvGrpSpPr/>
            <p:nvPr/>
          </p:nvGrpSpPr>
          <p:grpSpPr>
            <a:xfrm rot="5400000">
              <a:off x="2408676" y="3435538"/>
              <a:ext cx="884158" cy="177133"/>
              <a:chOff x="5723225" y="3078350"/>
              <a:chExt cx="1371000" cy="274200"/>
            </a:xfrm>
          </p:grpSpPr>
          <p:sp>
            <p:nvSpPr>
              <p:cNvPr id="3845" name="Google Shape;3845;p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6" name="Google Shape;3846;p42"/>
              <p:cNvSpPr/>
              <p:nvPr>
                <p:custDataLst>
                  <p:tags r:id="rId38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7" name="Google Shape;3847;p42"/>
              <p:cNvSpPr/>
              <p:nvPr>
                <p:custDataLst>
                  <p:tags r:id="rId39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8" name="Google Shape;3848;p42"/>
              <p:cNvSpPr/>
              <p:nvPr>
                <p:custDataLst>
                  <p:tags r:id="rId40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49" name="Google Shape;3849;p42"/>
              <p:cNvSpPr/>
              <p:nvPr>
                <p:custDataLst>
                  <p:tags r:id="rId41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51" name="Google Shape;3851;p42"/>
            <p:cNvGrpSpPr/>
            <p:nvPr/>
          </p:nvGrpSpPr>
          <p:grpSpPr>
            <a:xfrm>
              <a:off x="2585801" y="3081288"/>
              <a:ext cx="884158" cy="177133"/>
              <a:chOff x="5723225" y="3078350"/>
              <a:chExt cx="1371000" cy="274200"/>
            </a:xfrm>
          </p:grpSpPr>
          <p:sp>
            <p:nvSpPr>
              <p:cNvPr id="3853" name="Google Shape;3853;p42"/>
              <p:cNvSpPr/>
              <p:nvPr>
                <p:custDataLst>
                  <p:tags r:id="rId42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4" name="Google Shape;3854;p42"/>
              <p:cNvSpPr/>
              <p:nvPr>
                <p:custDataLst>
                  <p:tags r:id="rId43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5" name="Google Shape;3855;p42"/>
              <p:cNvSpPr/>
              <p:nvPr>
                <p:custDataLst>
                  <p:tags r:id="rId44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6" name="Google Shape;3856;p42"/>
              <p:cNvSpPr/>
              <p:nvPr>
                <p:custDataLst>
                  <p:tags r:id="rId45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57" name="Google Shape;3857;p42"/>
              <p:cNvSpPr/>
              <p:nvPr>
                <p:custDataLst>
                  <p:tags r:id="rId46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3867" name="Google Shape;3867;p42"/>
            <p:cNvGrpSpPr/>
            <p:nvPr/>
          </p:nvGrpSpPr>
          <p:grpSpPr>
            <a:xfrm>
              <a:off x="2585801" y="3789788"/>
              <a:ext cx="884158" cy="177133"/>
              <a:chOff x="5723225" y="3078350"/>
              <a:chExt cx="1371000" cy="274200"/>
            </a:xfrm>
          </p:grpSpPr>
          <p:sp>
            <p:nvSpPr>
              <p:cNvPr id="3869" name="Google Shape;3869;p42"/>
              <p:cNvSpPr/>
              <p:nvPr>
                <p:custDataLst>
                  <p:tags r:id="rId47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0" name="Google Shape;3870;p42"/>
              <p:cNvSpPr/>
              <p:nvPr>
                <p:custDataLst>
                  <p:tags r:id="rId48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1" name="Google Shape;3871;p42"/>
              <p:cNvSpPr/>
              <p:nvPr>
                <p:custDataLst>
                  <p:tags r:id="rId49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2" name="Google Shape;3872;p42"/>
              <p:cNvSpPr/>
              <p:nvPr>
                <p:custDataLst>
                  <p:tags r:id="rId50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873" name="Google Shape;3873;p42"/>
              <p:cNvSpPr/>
              <p:nvPr>
                <p:custDataLst>
                  <p:tags r:id="rId51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3893" name="Google Shape;3893;p42"/>
            <p:cNvSpPr/>
            <p:nvPr>
              <p:custDataLst>
                <p:tags r:id="rId52"/>
              </p:custDataLst>
            </p:nvPr>
          </p:nvSpPr>
          <p:spPr>
            <a:xfrm>
              <a:off x="2585493" y="3435602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6" name="Google Shape;3896;p42"/>
            <p:cNvSpPr/>
            <p:nvPr>
              <p:custDataLst>
                <p:tags r:id="rId53"/>
              </p:custDataLst>
            </p:nvPr>
          </p:nvSpPr>
          <p:spPr>
            <a:xfrm>
              <a:off x="2939518" y="3434939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99" name="Google Shape;3899;p42"/>
            <p:cNvSpPr/>
            <p:nvPr>
              <p:custDataLst>
                <p:tags r:id="rId54"/>
              </p:custDataLst>
            </p:nvPr>
          </p:nvSpPr>
          <p:spPr>
            <a:xfrm>
              <a:off x="3293568" y="3434939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2" name="Google Shape;3902;p42"/>
            <p:cNvSpPr/>
            <p:nvPr>
              <p:custDataLst>
                <p:tags r:id="rId55"/>
              </p:custDataLst>
            </p:nvPr>
          </p:nvSpPr>
          <p:spPr>
            <a:xfrm>
              <a:off x="3293793" y="3790514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08" name="Google Shape;3908;p42"/>
            <p:cNvSpPr/>
            <p:nvPr>
              <p:custDataLst>
                <p:tags r:id="rId56"/>
              </p:custDataLst>
            </p:nvPr>
          </p:nvSpPr>
          <p:spPr>
            <a:xfrm>
              <a:off x="2585268" y="3789864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150870" y="2258695"/>
            <a:ext cx="78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D</a:t>
            </a:r>
            <a:r>
              <a:rPr lang="en-US" altLang="zh-CN"/>
              <a:t> x 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D</a:t>
            </a:r>
            <a:endParaRPr lang="en-US" altLang="zh-CN"/>
          </a:p>
        </p:txBody>
      </p:sp>
      <p:cxnSp>
        <p:nvCxnSpPr>
          <p:cNvPr id="21" name="Google Shape;3552;p58"/>
          <p:cNvCxnSpPr/>
          <p:nvPr>
            <p:custDataLst>
              <p:tags r:id="rId57"/>
            </p:custDataLst>
          </p:nvPr>
        </p:nvCxnSpPr>
        <p:spPr>
          <a:xfrm flipV="1">
            <a:off x="5037650" y="4674754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梯形 21"/>
          <p:cNvSpPr/>
          <p:nvPr>
            <p:custDataLst>
              <p:tags r:id="rId58"/>
            </p:custDataLst>
          </p:nvPr>
        </p:nvSpPr>
        <p:spPr>
          <a:xfrm rot="5400000">
            <a:off x="5127625" y="4244975"/>
            <a:ext cx="1666875" cy="753110"/>
          </a:xfrm>
          <a:prstGeom prst="trapezoid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</a:pPr>
            <a:endParaRPr lang="en-US"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59"/>
            </p:custDataLst>
          </p:nvPr>
        </p:nvSpPr>
        <p:spPr>
          <a:xfrm>
            <a:off x="5556250" y="4295140"/>
            <a:ext cx="101854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EEG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Encoder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24" name="图片 23" descr="雪花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705475" y="3999230"/>
            <a:ext cx="190500" cy="214630"/>
          </a:xfrm>
          <a:prstGeom prst="rect">
            <a:avLst/>
          </a:prstGeom>
        </p:spPr>
      </p:pic>
      <p:cxnSp>
        <p:nvCxnSpPr>
          <p:cNvPr id="27" name="肘形连接符 26"/>
          <p:cNvCxnSpPr>
            <a:stCxn id="25" idx="1"/>
          </p:cNvCxnSpPr>
          <p:nvPr/>
        </p:nvCxnSpPr>
        <p:spPr>
          <a:xfrm rot="10800000" flipH="1" flipV="1">
            <a:off x="342900" y="1373505"/>
            <a:ext cx="209550" cy="3226435"/>
          </a:xfrm>
          <a:prstGeom prst="bentConnector3">
            <a:avLst>
              <a:gd name="adj1" fmla="val -73030"/>
            </a:avLst>
          </a:prstGeom>
          <a:ln w="31750" cap="rnd">
            <a:solidFill>
              <a:schemeClr val="accent1"/>
            </a:solidFill>
            <a:prstDash val="sysDot"/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Google Shape;3552;p58"/>
          <p:cNvCxnSpPr/>
          <p:nvPr>
            <p:custDataLst>
              <p:tags r:id="rId61"/>
            </p:custDataLst>
          </p:nvPr>
        </p:nvCxnSpPr>
        <p:spPr>
          <a:xfrm flipV="1">
            <a:off x="6418775" y="4635384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>
            <p:custDataLst>
              <p:tags r:id="rId62"/>
            </p:custDataLst>
          </p:nvPr>
        </p:nvSpPr>
        <p:spPr>
          <a:xfrm>
            <a:off x="7167245" y="5280660"/>
            <a:ext cx="78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C</a:t>
            </a:r>
            <a:r>
              <a:rPr lang="en-US" altLang="zh-CN"/>
              <a:t> x 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D</a:t>
            </a:r>
            <a:endParaRPr lang="en-US" altLang="zh-CN"/>
          </a:p>
        </p:txBody>
      </p:sp>
      <p:grpSp>
        <p:nvGrpSpPr>
          <p:cNvPr id="72" name="Google Shape;3802;p42"/>
          <p:cNvGrpSpPr/>
          <p:nvPr/>
        </p:nvGrpSpPr>
        <p:grpSpPr>
          <a:xfrm>
            <a:off x="3054936" y="115883"/>
            <a:ext cx="884692" cy="886226"/>
            <a:chOff x="2585801" y="3081288"/>
            <a:chExt cx="884692" cy="886226"/>
          </a:xfrm>
        </p:grpSpPr>
        <p:grpSp>
          <p:nvGrpSpPr>
            <p:cNvPr id="73" name="Google Shape;3803;p42"/>
            <p:cNvGrpSpPr/>
            <p:nvPr/>
          </p:nvGrpSpPr>
          <p:grpSpPr>
            <a:xfrm>
              <a:off x="2585801" y="3258413"/>
              <a:ext cx="884158" cy="177133"/>
              <a:chOff x="5723225" y="3078350"/>
              <a:chExt cx="1371000" cy="274200"/>
            </a:xfrm>
          </p:grpSpPr>
          <p:sp>
            <p:nvSpPr>
              <p:cNvPr id="74" name="Google Shape;3805;p42"/>
              <p:cNvSpPr/>
              <p:nvPr>
                <p:custDataLst>
                  <p:tags r:id="rId63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5" name="Google Shape;3806;p42"/>
              <p:cNvSpPr/>
              <p:nvPr>
                <p:custDataLst>
                  <p:tags r:id="rId64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6" name="Google Shape;3807;p42"/>
              <p:cNvSpPr/>
              <p:nvPr>
                <p:custDataLst>
                  <p:tags r:id="rId65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7" name="Google Shape;3808;p42"/>
              <p:cNvSpPr/>
              <p:nvPr>
                <p:custDataLst>
                  <p:tags r:id="rId66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78" name="Google Shape;3809;p42"/>
              <p:cNvSpPr/>
              <p:nvPr>
                <p:custDataLst>
                  <p:tags r:id="rId67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79" name="Google Shape;3811;p42"/>
            <p:cNvGrpSpPr/>
            <p:nvPr/>
          </p:nvGrpSpPr>
          <p:grpSpPr>
            <a:xfrm>
              <a:off x="2585801" y="3435538"/>
              <a:ext cx="884158" cy="177133"/>
              <a:chOff x="5723225" y="3078350"/>
              <a:chExt cx="1371000" cy="274200"/>
            </a:xfrm>
          </p:grpSpPr>
          <p:sp>
            <p:nvSpPr>
              <p:cNvPr id="80" name="Google Shape;3813;p42"/>
              <p:cNvSpPr/>
              <p:nvPr>
                <p:custDataLst>
                  <p:tags r:id="rId68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1" name="Google Shape;3814;p42"/>
              <p:cNvSpPr/>
              <p:nvPr>
                <p:custDataLst>
                  <p:tags r:id="rId69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2" name="Google Shape;3815;p42"/>
              <p:cNvSpPr/>
              <p:nvPr>
                <p:custDataLst>
                  <p:tags r:id="rId70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3" name="Google Shape;3816;p42"/>
              <p:cNvSpPr/>
              <p:nvPr>
                <p:custDataLst>
                  <p:tags r:id="rId71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4" name="Google Shape;3817;p42"/>
              <p:cNvSpPr/>
              <p:nvPr>
                <p:custDataLst>
                  <p:tags r:id="rId72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85" name="Google Shape;3819;p42"/>
            <p:cNvGrpSpPr/>
            <p:nvPr/>
          </p:nvGrpSpPr>
          <p:grpSpPr>
            <a:xfrm>
              <a:off x="2585801" y="3612663"/>
              <a:ext cx="884158" cy="177133"/>
              <a:chOff x="5723225" y="3078350"/>
              <a:chExt cx="1371000" cy="274200"/>
            </a:xfrm>
          </p:grpSpPr>
          <p:sp>
            <p:nvSpPr>
              <p:cNvPr id="86" name="Google Shape;3821;p42"/>
              <p:cNvSpPr/>
              <p:nvPr>
                <p:custDataLst>
                  <p:tags r:id="rId73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7" name="Google Shape;3822;p42"/>
              <p:cNvSpPr/>
              <p:nvPr>
                <p:custDataLst>
                  <p:tags r:id="rId74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" name="Google Shape;3823;p42"/>
              <p:cNvSpPr/>
              <p:nvPr>
                <p:custDataLst>
                  <p:tags r:id="rId75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9" name="Google Shape;3824;p42"/>
              <p:cNvSpPr/>
              <p:nvPr>
                <p:custDataLst>
                  <p:tags r:id="rId76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0" name="Google Shape;3825;p42"/>
              <p:cNvSpPr/>
              <p:nvPr>
                <p:custDataLst>
                  <p:tags r:id="rId77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1" name="Google Shape;3827;p42"/>
            <p:cNvGrpSpPr/>
            <p:nvPr/>
          </p:nvGrpSpPr>
          <p:grpSpPr>
            <a:xfrm rot="5400000">
              <a:off x="2762926" y="3435538"/>
              <a:ext cx="884158" cy="177133"/>
              <a:chOff x="5723225" y="3078350"/>
              <a:chExt cx="1371000" cy="274200"/>
            </a:xfrm>
          </p:grpSpPr>
          <p:sp>
            <p:nvSpPr>
              <p:cNvPr id="92" name="Google Shape;3829;p42"/>
              <p:cNvSpPr/>
              <p:nvPr>
                <p:custDataLst>
                  <p:tags r:id="rId78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3" name="Google Shape;3830;p42"/>
              <p:cNvSpPr/>
              <p:nvPr>
                <p:custDataLst>
                  <p:tags r:id="rId79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3831;p42"/>
              <p:cNvSpPr/>
              <p:nvPr>
                <p:custDataLst>
                  <p:tags r:id="rId80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5" name="Google Shape;3832;p42"/>
              <p:cNvSpPr/>
              <p:nvPr>
                <p:custDataLst>
                  <p:tags r:id="rId81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3833;p42"/>
              <p:cNvSpPr/>
              <p:nvPr>
                <p:custDataLst>
                  <p:tags r:id="rId82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97" name="Google Shape;3835;p42"/>
            <p:cNvGrpSpPr/>
            <p:nvPr/>
          </p:nvGrpSpPr>
          <p:grpSpPr>
            <a:xfrm rot="5400000">
              <a:off x="2585801" y="3435538"/>
              <a:ext cx="884158" cy="177133"/>
              <a:chOff x="5723225" y="3078350"/>
              <a:chExt cx="1371000" cy="274200"/>
            </a:xfrm>
          </p:grpSpPr>
          <p:sp>
            <p:nvSpPr>
              <p:cNvPr id="98" name="Google Shape;3837;p42"/>
              <p:cNvSpPr/>
              <p:nvPr>
                <p:custDataLst>
                  <p:tags r:id="rId83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3838;p42"/>
              <p:cNvSpPr/>
              <p:nvPr>
                <p:custDataLst>
                  <p:tags r:id="rId84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0" name="Google Shape;3839;p42"/>
              <p:cNvSpPr/>
              <p:nvPr>
                <p:custDataLst>
                  <p:tags r:id="rId85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" name="Google Shape;3840;p42"/>
              <p:cNvSpPr/>
              <p:nvPr>
                <p:custDataLst>
                  <p:tags r:id="rId86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3841;p42"/>
              <p:cNvSpPr/>
              <p:nvPr>
                <p:custDataLst>
                  <p:tags r:id="rId87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3" name="Google Shape;3843;p42"/>
            <p:cNvGrpSpPr/>
            <p:nvPr/>
          </p:nvGrpSpPr>
          <p:grpSpPr>
            <a:xfrm rot="5400000">
              <a:off x="2408676" y="3435538"/>
              <a:ext cx="884158" cy="177133"/>
              <a:chOff x="5723225" y="3078350"/>
              <a:chExt cx="1371000" cy="274200"/>
            </a:xfrm>
          </p:grpSpPr>
          <p:sp>
            <p:nvSpPr>
              <p:cNvPr id="104" name="Google Shape;3845;p42"/>
              <p:cNvSpPr/>
              <p:nvPr>
                <p:custDataLst>
                  <p:tags r:id="rId88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" name="Google Shape;3846;p42"/>
              <p:cNvSpPr/>
              <p:nvPr>
                <p:custDataLst>
                  <p:tags r:id="rId89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3847;p42"/>
              <p:cNvSpPr/>
              <p:nvPr>
                <p:custDataLst>
                  <p:tags r:id="rId90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" name="Google Shape;3848;p42"/>
              <p:cNvSpPr/>
              <p:nvPr>
                <p:custDataLst>
                  <p:tags r:id="rId91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8" name="Google Shape;3849;p42"/>
              <p:cNvSpPr/>
              <p:nvPr>
                <p:custDataLst>
                  <p:tags r:id="rId92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3C78D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9" name="Google Shape;3851;p42"/>
            <p:cNvGrpSpPr/>
            <p:nvPr/>
          </p:nvGrpSpPr>
          <p:grpSpPr>
            <a:xfrm>
              <a:off x="2585801" y="3081288"/>
              <a:ext cx="884158" cy="177133"/>
              <a:chOff x="5723225" y="3078350"/>
              <a:chExt cx="1371000" cy="274200"/>
            </a:xfrm>
          </p:grpSpPr>
          <p:sp>
            <p:nvSpPr>
              <p:cNvPr id="110" name="Google Shape;3853;p42"/>
              <p:cNvSpPr/>
              <p:nvPr>
                <p:custDataLst>
                  <p:tags r:id="rId93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1" name="Google Shape;3854;p42"/>
              <p:cNvSpPr/>
              <p:nvPr>
                <p:custDataLst>
                  <p:tags r:id="rId94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3855;p42"/>
              <p:cNvSpPr/>
              <p:nvPr>
                <p:custDataLst>
                  <p:tags r:id="rId95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3856;p42"/>
              <p:cNvSpPr/>
              <p:nvPr>
                <p:custDataLst>
                  <p:tags r:id="rId96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4" name="Google Shape;3857;p42"/>
              <p:cNvSpPr/>
              <p:nvPr>
                <p:custDataLst>
                  <p:tags r:id="rId97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15" name="Google Shape;3867;p42"/>
            <p:cNvGrpSpPr/>
            <p:nvPr/>
          </p:nvGrpSpPr>
          <p:grpSpPr>
            <a:xfrm>
              <a:off x="2585801" y="3789788"/>
              <a:ext cx="884158" cy="177133"/>
              <a:chOff x="5723225" y="3078350"/>
              <a:chExt cx="1371000" cy="274200"/>
            </a:xfrm>
          </p:grpSpPr>
          <p:sp>
            <p:nvSpPr>
              <p:cNvPr id="116" name="Google Shape;3869;p42"/>
              <p:cNvSpPr/>
              <p:nvPr>
                <p:custDataLst>
                  <p:tags r:id="rId98"/>
                </p:custDataLst>
              </p:nvPr>
            </p:nvSpPr>
            <p:spPr>
              <a:xfrm>
                <a:off x="57232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7" name="Google Shape;3870;p42"/>
              <p:cNvSpPr/>
              <p:nvPr>
                <p:custDataLst>
                  <p:tags r:id="rId99"/>
                </p:custDataLst>
              </p:nvPr>
            </p:nvSpPr>
            <p:spPr>
              <a:xfrm>
                <a:off x="59974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8" name="Google Shape;3871;p42"/>
              <p:cNvSpPr/>
              <p:nvPr>
                <p:custDataLst>
                  <p:tags r:id="rId100"/>
                </p:custDataLst>
              </p:nvPr>
            </p:nvSpPr>
            <p:spPr>
              <a:xfrm>
                <a:off x="62716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9" name="Google Shape;3872;p42"/>
              <p:cNvSpPr/>
              <p:nvPr>
                <p:custDataLst>
                  <p:tags r:id="rId101"/>
                </p:custDataLst>
              </p:nvPr>
            </p:nvSpPr>
            <p:spPr>
              <a:xfrm>
                <a:off x="65458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3873;p42"/>
              <p:cNvSpPr/>
              <p:nvPr>
                <p:custDataLst>
                  <p:tags r:id="rId102"/>
                </p:custDataLst>
              </p:nvPr>
            </p:nvSpPr>
            <p:spPr>
              <a:xfrm>
                <a:off x="6820025" y="3078350"/>
                <a:ext cx="274200" cy="274200"/>
              </a:xfrm>
              <a:prstGeom prst="rect">
                <a:avLst/>
              </a:prstGeom>
              <a:solidFill>
                <a:srgbClr val="C9DAF8">
                  <a:alpha val="39660"/>
                </a:srgb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22" name="Google Shape;3896;p42"/>
            <p:cNvSpPr/>
            <p:nvPr>
              <p:custDataLst>
                <p:tags r:id="rId103"/>
              </p:custDataLst>
            </p:nvPr>
          </p:nvSpPr>
          <p:spPr>
            <a:xfrm>
              <a:off x="2939518" y="3434939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3899;p42"/>
            <p:cNvSpPr/>
            <p:nvPr>
              <p:custDataLst>
                <p:tags r:id="rId104"/>
              </p:custDataLst>
            </p:nvPr>
          </p:nvSpPr>
          <p:spPr>
            <a:xfrm>
              <a:off x="3293568" y="3434939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3902;p42"/>
            <p:cNvSpPr/>
            <p:nvPr>
              <p:custDataLst>
                <p:tags r:id="rId105"/>
              </p:custDataLst>
            </p:nvPr>
          </p:nvSpPr>
          <p:spPr>
            <a:xfrm>
              <a:off x="3293793" y="3790514"/>
              <a:ext cx="176700" cy="1770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6" name="文本框 125"/>
          <p:cNvSpPr txBox="1"/>
          <p:nvPr>
            <p:custDataLst>
              <p:tags r:id="rId106"/>
            </p:custDataLst>
          </p:nvPr>
        </p:nvSpPr>
        <p:spPr>
          <a:xfrm>
            <a:off x="3150870" y="1004570"/>
            <a:ext cx="78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D</a:t>
            </a:r>
            <a:r>
              <a:rPr lang="en-US" altLang="zh-CN"/>
              <a:t> x 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D</a:t>
            </a:r>
            <a:endParaRPr lang="en-US" altLang="zh-CN"/>
          </a:p>
        </p:txBody>
      </p:sp>
      <p:sp>
        <p:nvSpPr>
          <p:cNvPr id="127" name="文本框 126"/>
          <p:cNvSpPr txBox="1"/>
          <p:nvPr>
            <p:custDataLst>
              <p:tags r:id="rId107"/>
            </p:custDataLst>
          </p:nvPr>
        </p:nvSpPr>
        <p:spPr>
          <a:xfrm>
            <a:off x="3940810" y="59055"/>
            <a:ext cx="1562735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Text Feature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28" name="文本框 127"/>
          <p:cNvSpPr txBox="1"/>
          <p:nvPr>
            <p:custDataLst>
              <p:tags r:id="rId108"/>
            </p:custDataLst>
          </p:nvPr>
        </p:nvSpPr>
        <p:spPr>
          <a:xfrm>
            <a:off x="3938905" y="2044700"/>
            <a:ext cx="176530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Image 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Feature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/>
          <p:cNvCxnSpPr/>
          <p:nvPr/>
        </p:nvCxnSpPr>
        <p:spPr>
          <a:xfrm>
            <a:off x="4005580" y="767715"/>
            <a:ext cx="482600" cy="30480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 flipV="1">
            <a:off x="4039870" y="1284605"/>
            <a:ext cx="457200" cy="262255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8" name="矩形 137"/>
          <p:cNvSpPr/>
          <p:nvPr/>
        </p:nvSpPr>
        <p:spPr>
          <a:xfrm>
            <a:off x="80010" y="2779395"/>
            <a:ext cx="9254490" cy="4008120"/>
          </a:xfrm>
          <a:prstGeom prst="rect">
            <a:avLst/>
          </a:prstGeom>
          <a:ln w="25400" cap="flat" cmpd="sng" algn="ctr">
            <a:solidFill>
              <a:schemeClr val="accent4">
                <a:lumMod val="75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4"/>
              </a:solidFill>
              <a:sym typeface="+mn-ea"/>
            </a:endParaRPr>
          </a:p>
        </p:txBody>
      </p:sp>
      <p:grpSp>
        <p:nvGrpSpPr>
          <p:cNvPr id="2682" name="Google Shape;2682;p48"/>
          <p:cNvGrpSpPr/>
          <p:nvPr/>
        </p:nvGrpSpPr>
        <p:grpSpPr>
          <a:xfrm>
            <a:off x="5636327" y="48135"/>
            <a:ext cx="877298" cy="879686"/>
            <a:chOff x="2854300" y="1168125"/>
            <a:chExt cx="2904000" cy="2668950"/>
          </a:xfrm>
        </p:grpSpPr>
        <p:sp>
          <p:nvSpPr>
            <p:cNvPr id="2683" name="Google Shape;2683;p48"/>
            <p:cNvSpPr/>
            <p:nvPr>
              <p:custDataLst>
                <p:tags r:id="rId109"/>
              </p:custDataLst>
            </p:nvPr>
          </p:nvSpPr>
          <p:spPr>
            <a:xfrm flipH="1">
              <a:off x="2854300" y="1168125"/>
              <a:ext cx="2904000" cy="26673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4" name="Google Shape;2684;p48"/>
            <p:cNvSpPr/>
            <p:nvPr>
              <p:custDataLst>
                <p:tags r:id="rId110"/>
              </p:custDataLst>
            </p:nvPr>
          </p:nvSpPr>
          <p:spPr>
            <a:xfrm flipH="1">
              <a:off x="2854300" y="1168125"/>
              <a:ext cx="580800" cy="532800"/>
            </a:xfrm>
            <a:prstGeom prst="rect">
              <a:avLst/>
            </a:prstGeom>
            <a:solidFill>
              <a:schemeClr val="bg2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85" name="Google Shape;2685;p48"/>
            <p:cNvSpPr/>
            <p:nvPr>
              <p:custDataLst>
                <p:tags r:id="rId111"/>
              </p:custDataLst>
            </p:nvPr>
          </p:nvSpPr>
          <p:spPr>
            <a:xfrm flipH="1">
              <a:off x="3435100" y="11681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6" name="Google Shape;2686;p48"/>
            <p:cNvSpPr/>
            <p:nvPr>
              <p:custDataLst>
                <p:tags r:id="rId112"/>
              </p:custDataLst>
            </p:nvPr>
          </p:nvSpPr>
          <p:spPr>
            <a:xfrm flipH="1">
              <a:off x="4015900" y="11681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7" name="Google Shape;2687;p48"/>
            <p:cNvSpPr/>
            <p:nvPr>
              <p:custDataLst>
                <p:tags r:id="rId113"/>
              </p:custDataLst>
            </p:nvPr>
          </p:nvSpPr>
          <p:spPr>
            <a:xfrm flipH="1">
              <a:off x="4596700" y="11681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8" name="Google Shape;2688;p48"/>
            <p:cNvSpPr/>
            <p:nvPr>
              <p:custDataLst>
                <p:tags r:id="rId114"/>
              </p:custDataLst>
            </p:nvPr>
          </p:nvSpPr>
          <p:spPr>
            <a:xfrm flipH="1">
              <a:off x="5177500" y="11681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9" name="Google Shape;2689;p48"/>
            <p:cNvSpPr/>
            <p:nvPr>
              <p:custDataLst>
                <p:tags r:id="rId115"/>
              </p:custDataLst>
            </p:nvPr>
          </p:nvSpPr>
          <p:spPr>
            <a:xfrm flipH="1">
              <a:off x="2854300" y="17009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0" name="Google Shape;2690;p48"/>
            <p:cNvSpPr/>
            <p:nvPr>
              <p:custDataLst>
                <p:tags r:id="rId116"/>
              </p:custDataLst>
            </p:nvPr>
          </p:nvSpPr>
          <p:spPr>
            <a:xfrm flipH="1">
              <a:off x="3435100" y="1700925"/>
              <a:ext cx="580800" cy="532800"/>
            </a:xfrm>
            <a:prstGeom prst="rect">
              <a:avLst/>
            </a:prstGeom>
            <a:solidFill>
              <a:schemeClr val="bg2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1" name="Google Shape;2691;p48"/>
            <p:cNvSpPr/>
            <p:nvPr>
              <p:custDataLst>
                <p:tags r:id="rId117"/>
              </p:custDataLst>
            </p:nvPr>
          </p:nvSpPr>
          <p:spPr>
            <a:xfrm flipH="1">
              <a:off x="4015900" y="17009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2" name="Google Shape;2692;p48"/>
            <p:cNvSpPr/>
            <p:nvPr>
              <p:custDataLst>
                <p:tags r:id="rId118"/>
              </p:custDataLst>
            </p:nvPr>
          </p:nvSpPr>
          <p:spPr>
            <a:xfrm flipH="1">
              <a:off x="4596700" y="17009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93" name="Google Shape;2693;p48"/>
            <p:cNvSpPr/>
            <p:nvPr>
              <p:custDataLst>
                <p:tags r:id="rId119"/>
              </p:custDataLst>
            </p:nvPr>
          </p:nvSpPr>
          <p:spPr>
            <a:xfrm flipH="1">
              <a:off x="5177500" y="1700925"/>
              <a:ext cx="580800" cy="532800"/>
            </a:xfrm>
            <a:prstGeom prst="rect">
              <a:avLst/>
            </a:prstGeom>
            <a:solidFill>
              <a:schemeClr val="bg2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94" name="Google Shape;2694;p48"/>
            <p:cNvSpPr/>
            <p:nvPr>
              <p:custDataLst>
                <p:tags r:id="rId120"/>
              </p:custDataLst>
            </p:nvPr>
          </p:nvSpPr>
          <p:spPr>
            <a:xfrm flipH="1">
              <a:off x="2854300" y="22353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5" name="Google Shape;2695;p48"/>
            <p:cNvSpPr/>
            <p:nvPr>
              <p:custDataLst>
                <p:tags r:id="rId121"/>
              </p:custDataLst>
            </p:nvPr>
          </p:nvSpPr>
          <p:spPr>
            <a:xfrm flipH="1">
              <a:off x="3435100" y="22353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6" name="Google Shape;2696;p48"/>
            <p:cNvSpPr/>
            <p:nvPr>
              <p:custDataLst>
                <p:tags r:id="rId122"/>
              </p:custDataLst>
            </p:nvPr>
          </p:nvSpPr>
          <p:spPr>
            <a:xfrm flipH="1">
              <a:off x="4015900" y="22353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7" name="Google Shape;2697;p48"/>
            <p:cNvSpPr/>
            <p:nvPr>
              <p:custDataLst>
                <p:tags r:id="rId123"/>
              </p:custDataLst>
            </p:nvPr>
          </p:nvSpPr>
          <p:spPr>
            <a:xfrm flipH="1">
              <a:off x="4596700" y="2235375"/>
              <a:ext cx="580800" cy="532800"/>
            </a:xfrm>
            <a:prstGeom prst="rect">
              <a:avLst/>
            </a:prstGeom>
            <a:solidFill>
              <a:schemeClr val="bg2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98" name="Google Shape;2698;p48"/>
            <p:cNvSpPr/>
            <p:nvPr>
              <p:custDataLst>
                <p:tags r:id="rId124"/>
              </p:custDataLst>
            </p:nvPr>
          </p:nvSpPr>
          <p:spPr>
            <a:xfrm flipH="1">
              <a:off x="5177500" y="22353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99" name="Google Shape;2699;p48"/>
            <p:cNvSpPr/>
            <p:nvPr>
              <p:custDataLst>
                <p:tags r:id="rId125"/>
              </p:custDataLst>
            </p:nvPr>
          </p:nvSpPr>
          <p:spPr>
            <a:xfrm flipH="1">
              <a:off x="2854300" y="27698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0" name="Google Shape;2700;p48"/>
            <p:cNvSpPr/>
            <p:nvPr>
              <p:custDataLst>
                <p:tags r:id="rId126"/>
              </p:custDataLst>
            </p:nvPr>
          </p:nvSpPr>
          <p:spPr>
            <a:xfrm flipH="1">
              <a:off x="3435100" y="27698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1" name="Google Shape;2701;p48"/>
            <p:cNvSpPr/>
            <p:nvPr>
              <p:custDataLst>
                <p:tags r:id="rId127"/>
              </p:custDataLst>
            </p:nvPr>
          </p:nvSpPr>
          <p:spPr>
            <a:xfrm flipH="1">
              <a:off x="4015900" y="27698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702" name="Google Shape;2702;p48"/>
            <p:cNvSpPr/>
            <p:nvPr>
              <p:custDataLst>
                <p:tags r:id="rId128"/>
              </p:custDataLst>
            </p:nvPr>
          </p:nvSpPr>
          <p:spPr>
            <a:xfrm flipH="1">
              <a:off x="4596700" y="27698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3" name="Google Shape;2703;p48"/>
            <p:cNvSpPr/>
            <p:nvPr>
              <p:custDataLst>
                <p:tags r:id="rId129"/>
              </p:custDataLst>
            </p:nvPr>
          </p:nvSpPr>
          <p:spPr>
            <a:xfrm flipH="1">
              <a:off x="5177500" y="276982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4" name="Google Shape;2704;p48"/>
            <p:cNvSpPr/>
            <p:nvPr>
              <p:custDataLst>
                <p:tags r:id="rId130"/>
              </p:custDataLst>
            </p:nvPr>
          </p:nvSpPr>
          <p:spPr>
            <a:xfrm flipH="1">
              <a:off x="2854300" y="3304275"/>
              <a:ext cx="580800" cy="532800"/>
            </a:xfrm>
            <a:prstGeom prst="rect">
              <a:avLst/>
            </a:prstGeom>
            <a:solidFill>
              <a:schemeClr val="bg2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705" name="Google Shape;2705;p48"/>
            <p:cNvSpPr/>
            <p:nvPr>
              <p:custDataLst>
                <p:tags r:id="rId131"/>
              </p:custDataLst>
            </p:nvPr>
          </p:nvSpPr>
          <p:spPr>
            <a:xfrm flipH="1">
              <a:off x="3435100" y="33042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6" name="Google Shape;2706;p48"/>
            <p:cNvSpPr/>
            <p:nvPr>
              <p:custDataLst>
                <p:tags r:id="rId132"/>
              </p:custDataLst>
            </p:nvPr>
          </p:nvSpPr>
          <p:spPr>
            <a:xfrm flipH="1">
              <a:off x="4015900" y="3304275"/>
              <a:ext cx="580800" cy="532800"/>
            </a:xfrm>
            <a:prstGeom prst="rect">
              <a:avLst/>
            </a:prstGeom>
            <a:solidFill>
              <a:schemeClr val="bg2"/>
            </a:solidFill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707" name="Google Shape;2707;p48"/>
            <p:cNvSpPr/>
            <p:nvPr>
              <p:custDataLst>
                <p:tags r:id="rId133"/>
              </p:custDataLst>
            </p:nvPr>
          </p:nvSpPr>
          <p:spPr>
            <a:xfrm flipH="1">
              <a:off x="4596700" y="33042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1"/>
            </a:lnRef>
            <a:fillRef idx="2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08" name="Google Shape;2708;p48"/>
            <p:cNvSpPr/>
            <p:nvPr>
              <p:custDataLst>
                <p:tags r:id="rId134"/>
              </p:custDataLst>
            </p:nvPr>
          </p:nvSpPr>
          <p:spPr>
            <a:xfrm flipH="1">
              <a:off x="5177500" y="3304275"/>
              <a:ext cx="580800" cy="532800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spcFirstLastPara="1" vertOverflow="overflow" horzOverflow="overflow" vert="horz" wrap="square" lIns="91425" tIns="91425" rIns="91425" bIns="91425" numCol="1" spcCol="0" rtlCol="0" fromWordArt="0" anchor="ctr" anchorCtr="0" forceAA="0" compatLnSpc="1">
              <a:noAutofit/>
            </a:bodyPr>
            <a:p>
              <a:pPr lvl="0" algn="l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</a:pPr>
              <a:endParaRPr>
                <a:sym typeface="+mn-ea"/>
              </a:endParaRPr>
            </a:p>
          </p:txBody>
        </p:sp>
      </p:grpSp>
      <p:sp>
        <p:nvSpPr>
          <p:cNvPr id="258" name="矩形 131"/>
          <p:cNvSpPr/>
          <p:nvPr>
            <p:custDataLst>
              <p:tags r:id="rId135"/>
            </p:custDataLst>
          </p:nvPr>
        </p:nvSpPr>
        <p:spPr>
          <a:xfrm>
            <a:off x="6987490" y="397206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59" name="矩形 132"/>
          <p:cNvSpPr/>
          <p:nvPr>
            <p:custDataLst>
              <p:tags r:id="rId136"/>
            </p:custDataLst>
          </p:nvPr>
        </p:nvSpPr>
        <p:spPr>
          <a:xfrm>
            <a:off x="7167490" y="3972063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0" name="矩形 133"/>
          <p:cNvSpPr/>
          <p:nvPr>
            <p:custDataLst>
              <p:tags r:id="rId137"/>
            </p:custDataLst>
          </p:nvPr>
        </p:nvSpPr>
        <p:spPr>
          <a:xfrm>
            <a:off x="7347490" y="3972063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1" name="矩形 131"/>
          <p:cNvSpPr/>
          <p:nvPr>
            <p:custDataLst>
              <p:tags r:id="rId138"/>
            </p:custDataLst>
          </p:nvPr>
        </p:nvSpPr>
        <p:spPr>
          <a:xfrm>
            <a:off x="7527240" y="397269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2" name="矩形 132"/>
          <p:cNvSpPr/>
          <p:nvPr>
            <p:custDataLst>
              <p:tags r:id="rId139"/>
            </p:custDataLst>
          </p:nvPr>
        </p:nvSpPr>
        <p:spPr>
          <a:xfrm>
            <a:off x="7707240" y="397269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3" name="矩形 133"/>
          <p:cNvSpPr/>
          <p:nvPr>
            <p:custDataLst>
              <p:tags r:id="rId140"/>
            </p:custDataLst>
          </p:nvPr>
        </p:nvSpPr>
        <p:spPr>
          <a:xfrm>
            <a:off x="7887240" y="3972698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4" name="矩形 131"/>
          <p:cNvSpPr/>
          <p:nvPr>
            <p:custDataLst>
              <p:tags r:id="rId141"/>
            </p:custDataLst>
          </p:nvPr>
        </p:nvSpPr>
        <p:spPr>
          <a:xfrm>
            <a:off x="6987490" y="4966473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5" name="矩形 132"/>
          <p:cNvSpPr/>
          <p:nvPr>
            <p:custDataLst>
              <p:tags r:id="rId142"/>
            </p:custDataLst>
          </p:nvPr>
        </p:nvSpPr>
        <p:spPr>
          <a:xfrm>
            <a:off x="7167490" y="496647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6" name="矩形 133"/>
          <p:cNvSpPr/>
          <p:nvPr>
            <p:custDataLst>
              <p:tags r:id="rId143"/>
            </p:custDataLst>
          </p:nvPr>
        </p:nvSpPr>
        <p:spPr>
          <a:xfrm>
            <a:off x="7347490" y="4966473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7" name="矩形 131"/>
          <p:cNvSpPr/>
          <p:nvPr>
            <p:custDataLst>
              <p:tags r:id="rId144"/>
            </p:custDataLst>
          </p:nvPr>
        </p:nvSpPr>
        <p:spPr>
          <a:xfrm>
            <a:off x="7527240" y="496710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8" name="矩形 132"/>
          <p:cNvSpPr/>
          <p:nvPr>
            <p:custDataLst>
              <p:tags r:id="rId145"/>
            </p:custDataLst>
          </p:nvPr>
        </p:nvSpPr>
        <p:spPr>
          <a:xfrm>
            <a:off x="7707240" y="496710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69" name="矩形 133"/>
          <p:cNvSpPr/>
          <p:nvPr>
            <p:custDataLst>
              <p:tags r:id="rId146"/>
            </p:custDataLst>
          </p:nvPr>
        </p:nvSpPr>
        <p:spPr>
          <a:xfrm>
            <a:off x="7887240" y="496710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0" name="矩形 131"/>
          <p:cNvSpPr/>
          <p:nvPr>
            <p:custDataLst>
              <p:tags r:id="rId147"/>
            </p:custDataLst>
          </p:nvPr>
        </p:nvSpPr>
        <p:spPr>
          <a:xfrm>
            <a:off x="6987490" y="422161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1" name="矩形 132"/>
          <p:cNvSpPr/>
          <p:nvPr>
            <p:custDataLst>
              <p:tags r:id="rId148"/>
            </p:custDataLst>
          </p:nvPr>
        </p:nvSpPr>
        <p:spPr>
          <a:xfrm>
            <a:off x="7167490" y="422161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2" name="矩形 133"/>
          <p:cNvSpPr/>
          <p:nvPr>
            <p:custDataLst>
              <p:tags r:id="rId149"/>
            </p:custDataLst>
          </p:nvPr>
        </p:nvSpPr>
        <p:spPr>
          <a:xfrm>
            <a:off x="7347490" y="422161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3" name="矩形 131"/>
          <p:cNvSpPr/>
          <p:nvPr>
            <p:custDataLst>
              <p:tags r:id="rId150"/>
            </p:custDataLst>
          </p:nvPr>
        </p:nvSpPr>
        <p:spPr>
          <a:xfrm>
            <a:off x="7527240" y="422225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4" name="矩形 132"/>
          <p:cNvSpPr/>
          <p:nvPr>
            <p:custDataLst>
              <p:tags r:id="rId151"/>
            </p:custDataLst>
          </p:nvPr>
        </p:nvSpPr>
        <p:spPr>
          <a:xfrm>
            <a:off x="7707240" y="4222253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5" name="矩形 133"/>
          <p:cNvSpPr/>
          <p:nvPr>
            <p:custDataLst>
              <p:tags r:id="rId152"/>
            </p:custDataLst>
          </p:nvPr>
        </p:nvSpPr>
        <p:spPr>
          <a:xfrm>
            <a:off x="7887240" y="422225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279" name="矩形 278"/>
          <p:cNvSpPr/>
          <p:nvPr/>
        </p:nvSpPr>
        <p:spPr>
          <a:xfrm>
            <a:off x="6911975" y="3848735"/>
            <a:ext cx="1252855" cy="1388745"/>
          </a:xfrm>
          <a:prstGeom prst="rect">
            <a:avLst/>
          </a:prstGeom>
          <a:ln w="25400" cap="flat" cmpd="sng" algn="ctr">
            <a:solidFill>
              <a:schemeClr val="accent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3" name="文本框 322"/>
          <p:cNvSpPr txBox="1"/>
          <p:nvPr>
            <p:custDataLst>
              <p:tags r:id="rId153"/>
            </p:custDataLst>
          </p:nvPr>
        </p:nvSpPr>
        <p:spPr>
          <a:xfrm>
            <a:off x="6781800" y="2817495"/>
            <a:ext cx="1765300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EEG Feature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25" name="梯形 324"/>
          <p:cNvSpPr/>
          <p:nvPr>
            <p:custDataLst>
              <p:tags r:id="rId154"/>
            </p:custDataLst>
          </p:nvPr>
        </p:nvSpPr>
        <p:spPr>
          <a:xfrm rot="16200000">
            <a:off x="7633335" y="927100"/>
            <a:ext cx="1666875" cy="753110"/>
          </a:xfrm>
          <a:prstGeom prst="trapezoid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</a:pPr>
            <a:endParaRPr lang="en-US"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327" name="文本框 326"/>
          <p:cNvSpPr txBox="1"/>
          <p:nvPr>
            <p:custDataLst>
              <p:tags r:id="rId155"/>
            </p:custDataLst>
          </p:nvPr>
        </p:nvSpPr>
        <p:spPr>
          <a:xfrm>
            <a:off x="8060055" y="1038225"/>
            <a:ext cx="1018540" cy="61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Linear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Probing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 descr="纯火把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8202295" y="695325"/>
            <a:ext cx="200146" cy="252000"/>
          </a:xfrm>
          <a:prstGeom prst="rect">
            <a:avLst/>
          </a:prstGeom>
        </p:spPr>
      </p:pic>
      <p:sp>
        <p:nvSpPr>
          <p:cNvPr id="5665" name="Google Shape;5665;p98"/>
          <p:cNvSpPr/>
          <p:nvPr>
            <p:custDataLst>
              <p:tags r:id="rId157"/>
            </p:custDataLst>
          </p:nvPr>
        </p:nvSpPr>
        <p:spPr>
          <a:xfrm>
            <a:off x="9351645" y="20955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66" name="Google Shape;5666;p98"/>
          <p:cNvSpPr/>
          <p:nvPr>
            <p:custDataLst>
              <p:tags r:id="rId158"/>
            </p:custDataLst>
          </p:nvPr>
        </p:nvSpPr>
        <p:spPr>
          <a:xfrm>
            <a:off x="9427845" y="28575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67" name="Google Shape;5667;p98"/>
          <p:cNvSpPr/>
          <p:nvPr>
            <p:custDataLst>
              <p:tags r:id="rId159"/>
            </p:custDataLst>
          </p:nvPr>
        </p:nvSpPr>
        <p:spPr>
          <a:xfrm>
            <a:off x="9504045" y="36195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68" name="Google Shape;5668;p98"/>
          <p:cNvSpPr/>
          <p:nvPr>
            <p:custDataLst>
              <p:tags r:id="rId160"/>
            </p:custDataLst>
          </p:nvPr>
        </p:nvSpPr>
        <p:spPr>
          <a:xfrm>
            <a:off x="9580245" y="43815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0" name="Google Shape;5665;p98"/>
          <p:cNvSpPr/>
          <p:nvPr>
            <p:custDataLst>
              <p:tags r:id="rId161"/>
            </p:custDataLst>
          </p:nvPr>
        </p:nvSpPr>
        <p:spPr>
          <a:xfrm>
            <a:off x="9351645" y="84645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5666;p98"/>
          <p:cNvSpPr/>
          <p:nvPr>
            <p:custDataLst>
              <p:tags r:id="rId162"/>
            </p:custDataLst>
          </p:nvPr>
        </p:nvSpPr>
        <p:spPr>
          <a:xfrm>
            <a:off x="9427845" y="92265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2" name="Google Shape;5667;p98"/>
          <p:cNvSpPr/>
          <p:nvPr>
            <p:custDataLst>
              <p:tags r:id="rId163"/>
            </p:custDataLst>
          </p:nvPr>
        </p:nvSpPr>
        <p:spPr>
          <a:xfrm>
            <a:off x="9504045" y="99885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5668;p98"/>
          <p:cNvSpPr/>
          <p:nvPr>
            <p:custDataLst>
              <p:tags r:id="rId164"/>
            </p:custDataLst>
          </p:nvPr>
        </p:nvSpPr>
        <p:spPr>
          <a:xfrm>
            <a:off x="9580245" y="107505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5665;p98"/>
          <p:cNvSpPr/>
          <p:nvPr>
            <p:custDataLst>
              <p:tags r:id="rId165"/>
            </p:custDataLst>
          </p:nvPr>
        </p:nvSpPr>
        <p:spPr>
          <a:xfrm>
            <a:off x="9351645" y="146748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5" name="Google Shape;5666;p98"/>
          <p:cNvSpPr/>
          <p:nvPr>
            <p:custDataLst>
              <p:tags r:id="rId166"/>
            </p:custDataLst>
          </p:nvPr>
        </p:nvSpPr>
        <p:spPr>
          <a:xfrm>
            <a:off x="9427845" y="154368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6" name="Google Shape;5667;p98"/>
          <p:cNvSpPr/>
          <p:nvPr>
            <p:custDataLst>
              <p:tags r:id="rId167"/>
            </p:custDataLst>
          </p:nvPr>
        </p:nvSpPr>
        <p:spPr>
          <a:xfrm>
            <a:off x="9504045" y="161988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7" name="Google Shape;5668;p98"/>
          <p:cNvSpPr/>
          <p:nvPr>
            <p:custDataLst>
              <p:tags r:id="rId168"/>
            </p:custDataLst>
          </p:nvPr>
        </p:nvSpPr>
        <p:spPr>
          <a:xfrm>
            <a:off x="9580245" y="1696085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5665;p98"/>
          <p:cNvSpPr/>
          <p:nvPr>
            <p:custDataLst>
              <p:tags r:id="rId169"/>
            </p:custDataLst>
          </p:nvPr>
        </p:nvSpPr>
        <p:spPr>
          <a:xfrm>
            <a:off x="9382760" y="210947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5666;p98"/>
          <p:cNvSpPr/>
          <p:nvPr>
            <p:custDataLst>
              <p:tags r:id="rId170"/>
            </p:custDataLst>
          </p:nvPr>
        </p:nvSpPr>
        <p:spPr>
          <a:xfrm>
            <a:off x="9458960" y="218567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0" name="Google Shape;5667;p98"/>
          <p:cNvSpPr/>
          <p:nvPr>
            <p:custDataLst>
              <p:tags r:id="rId171"/>
            </p:custDataLst>
          </p:nvPr>
        </p:nvSpPr>
        <p:spPr>
          <a:xfrm>
            <a:off x="9535160" y="226187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1" name="Google Shape;5668;p98"/>
          <p:cNvSpPr/>
          <p:nvPr>
            <p:custDataLst>
              <p:tags r:id="rId172"/>
            </p:custDataLst>
          </p:nvPr>
        </p:nvSpPr>
        <p:spPr>
          <a:xfrm>
            <a:off x="9611360" y="2338070"/>
            <a:ext cx="324485" cy="32766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42" name="Google Shape;3552;p58"/>
          <p:cNvCxnSpPr/>
          <p:nvPr>
            <p:custDataLst>
              <p:tags r:id="rId173"/>
            </p:custDataLst>
          </p:nvPr>
        </p:nvCxnSpPr>
        <p:spPr>
          <a:xfrm flipV="1">
            <a:off x="8881940" y="1271789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3" name="文本框 342"/>
          <p:cNvSpPr txBox="1"/>
          <p:nvPr>
            <p:custDataLst>
              <p:tags r:id="rId174"/>
            </p:custDataLst>
          </p:nvPr>
        </p:nvSpPr>
        <p:spPr>
          <a:xfrm>
            <a:off x="9351645" y="2780030"/>
            <a:ext cx="78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D</a:t>
            </a:r>
            <a:r>
              <a:rPr lang="en-US" altLang="zh-CN"/>
              <a:t> x 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C</a:t>
            </a:r>
            <a:endParaRPr lang="en-US" altLang="zh-CN"/>
          </a:p>
        </p:txBody>
      </p:sp>
      <p:pic>
        <p:nvPicPr>
          <p:cNvPr id="349" name="图片 348"/>
          <p:cNvPicPr>
            <a:picLocks noChangeAspect="1"/>
          </p:cNvPicPr>
          <p:nvPr>
            <p:custDataLst>
              <p:tags r:id="rId175"/>
            </p:custDataLst>
          </p:nvPr>
        </p:nvPicPr>
        <p:blipFill>
          <a:blip r:embed="rId176"/>
          <a:stretch>
            <a:fillRect/>
          </a:stretch>
        </p:blipFill>
        <p:spPr>
          <a:xfrm>
            <a:off x="10048240" y="5151755"/>
            <a:ext cx="1707515" cy="1613535"/>
          </a:xfrm>
          <a:prstGeom prst="rect">
            <a:avLst/>
          </a:prstGeom>
        </p:spPr>
      </p:pic>
      <p:cxnSp>
        <p:nvCxnSpPr>
          <p:cNvPr id="353" name="直接箭头连接符 352"/>
          <p:cNvCxnSpPr/>
          <p:nvPr/>
        </p:nvCxnSpPr>
        <p:spPr>
          <a:xfrm>
            <a:off x="10878820" y="4813300"/>
            <a:ext cx="8255" cy="338455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4" name="文本框 353"/>
          <p:cNvSpPr txBox="1"/>
          <p:nvPr>
            <p:custDataLst>
              <p:tags r:id="rId177"/>
            </p:custDataLst>
          </p:nvPr>
        </p:nvSpPr>
        <p:spPr>
          <a:xfrm>
            <a:off x="10617835" y="1889760"/>
            <a:ext cx="134493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268" name="Google Shape;3268;p52"/>
          <p:cNvSpPr/>
          <p:nvPr>
            <p:custDataLst>
              <p:tags r:id="rId178"/>
            </p:custDataLst>
          </p:nvPr>
        </p:nvSpPr>
        <p:spPr>
          <a:xfrm rot="5400000">
            <a:off x="10150770" y="1159400"/>
            <a:ext cx="1515000" cy="385200"/>
          </a:xfrm>
          <a:prstGeom prst="roundRect">
            <a:avLst>
              <a:gd name="adj" fmla="val 16667"/>
            </a:avLst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>
                <a:sym typeface="+mn-ea"/>
              </a:rPr>
              <a:t>Output</a:t>
            </a:r>
            <a:endParaRPr lang="en-US">
              <a:sym typeface="+mn-ea"/>
            </a:endParaRPr>
          </a:p>
        </p:txBody>
      </p:sp>
      <p:cxnSp>
        <p:nvCxnSpPr>
          <p:cNvPr id="356" name="直接箭头连接符 355"/>
          <p:cNvCxnSpPr/>
          <p:nvPr>
            <p:custDataLst>
              <p:tags r:id="rId179"/>
            </p:custDataLst>
          </p:nvPr>
        </p:nvCxnSpPr>
        <p:spPr>
          <a:xfrm flipH="1">
            <a:off x="10878820" y="2218055"/>
            <a:ext cx="2540" cy="99060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7" name="圆角矩形 356"/>
          <p:cNvSpPr/>
          <p:nvPr/>
        </p:nvSpPr>
        <p:spPr>
          <a:xfrm>
            <a:off x="80645" y="46355"/>
            <a:ext cx="5173345" cy="2673350"/>
          </a:xfrm>
          <a:prstGeom prst="roundRect">
            <a:avLst/>
          </a:prstGeom>
          <a:ln w="2540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4"/>
              </a:solidFill>
              <a:sym typeface="+mn-ea"/>
            </a:endParaRPr>
          </a:p>
        </p:txBody>
      </p:sp>
      <p:sp>
        <p:nvSpPr>
          <p:cNvPr id="358" name="圆角矩形 357"/>
          <p:cNvSpPr/>
          <p:nvPr>
            <p:custDataLst>
              <p:tags r:id="rId180"/>
            </p:custDataLst>
          </p:nvPr>
        </p:nvSpPr>
        <p:spPr>
          <a:xfrm>
            <a:off x="9859010" y="3237230"/>
            <a:ext cx="2120265" cy="3589655"/>
          </a:xfrm>
          <a:prstGeom prst="roundRect">
            <a:avLst/>
          </a:prstGeom>
          <a:ln w="25400" cap="flat" cmpd="sng" algn="ctr">
            <a:solidFill>
              <a:schemeClr val="accent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accent4"/>
              </a:solidFill>
              <a:sym typeface="+mn-ea"/>
            </a:endParaRPr>
          </a:p>
        </p:txBody>
      </p:sp>
      <p:sp>
        <p:nvSpPr>
          <p:cNvPr id="360" name="椭圆 359"/>
          <p:cNvSpPr/>
          <p:nvPr/>
        </p:nvSpPr>
        <p:spPr>
          <a:xfrm>
            <a:off x="4570095" y="1036955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1" name="椭圆 360"/>
          <p:cNvSpPr/>
          <p:nvPr/>
        </p:nvSpPr>
        <p:spPr>
          <a:xfrm>
            <a:off x="4733290" y="1192530"/>
            <a:ext cx="36000" cy="360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2" name="椭圆 361"/>
          <p:cNvSpPr/>
          <p:nvPr>
            <p:custDataLst>
              <p:tags r:id="rId181"/>
            </p:custDataLst>
          </p:nvPr>
        </p:nvSpPr>
        <p:spPr>
          <a:xfrm>
            <a:off x="7463155" y="5736590"/>
            <a:ext cx="252000" cy="2520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3" name="椭圆 362"/>
          <p:cNvSpPr/>
          <p:nvPr>
            <p:custDataLst>
              <p:tags r:id="rId182"/>
            </p:custDataLst>
          </p:nvPr>
        </p:nvSpPr>
        <p:spPr>
          <a:xfrm>
            <a:off x="7573010" y="5847715"/>
            <a:ext cx="36000" cy="36000"/>
          </a:xfrm>
          <a:prstGeom prst="ellipse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6" name="文本框 365"/>
          <p:cNvSpPr txBox="1"/>
          <p:nvPr>
            <p:custDataLst>
              <p:tags r:id="rId183"/>
            </p:custDataLst>
          </p:nvPr>
        </p:nvSpPr>
        <p:spPr>
          <a:xfrm>
            <a:off x="7671435" y="5683250"/>
            <a:ext cx="137922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Dot product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389" name="肘形连接符 388"/>
          <p:cNvCxnSpPr>
            <a:stCxn id="279" idx="0"/>
            <a:endCxn id="415" idx="2"/>
          </p:cNvCxnSpPr>
          <p:nvPr/>
        </p:nvCxnSpPr>
        <p:spPr>
          <a:xfrm rot="16200000" flipV="1">
            <a:off x="6248400" y="2558415"/>
            <a:ext cx="1202690" cy="1377950"/>
          </a:xfrm>
          <a:prstGeom prst="bentConnector3">
            <a:avLst>
              <a:gd name="adj1" fmla="val 50000"/>
            </a:avLst>
          </a:prstGeom>
          <a:ln w="31750" cap="rnd">
            <a:solidFill>
              <a:schemeClr val="bg2">
                <a:lumMod val="50000"/>
              </a:schemeClr>
            </a:solidFill>
            <a:prstDash val="sysDash"/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0" name="矩形 389"/>
          <p:cNvSpPr/>
          <p:nvPr>
            <p:custDataLst>
              <p:tags r:id="rId184"/>
            </p:custDataLst>
          </p:nvPr>
        </p:nvSpPr>
        <p:spPr>
          <a:xfrm>
            <a:off x="5492750" y="1276350"/>
            <a:ext cx="1333500" cy="13265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</a:endParaRPr>
          </a:p>
        </p:txBody>
      </p:sp>
      <p:sp>
        <p:nvSpPr>
          <p:cNvPr id="392" name="矩形 391"/>
          <p:cNvSpPr/>
          <p:nvPr>
            <p:custDataLst>
              <p:tags r:id="rId185"/>
            </p:custDataLst>
          </p:nvPr>
        </p:nvSpPr>
        <p:spPr>
          <a:xfrm>
            <a:off x="5656580" y="1132205"/>
            <a:ext cx="1100455" cy="1041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4" name="矩形 603"/>
          <p:cNvSpPr/>
          <p:nvPr>
            <p:custDataLst>
              <p:tags r:id="rId186"/>
            </p:custDataLst>
          </p:nvPr>
        </p:nvSpPr>
        <p:spPr>
          <a:xfrm>
            <a:off x="6987726" y="4470250"/>
            <a:ext cx="1083192" cy="4488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5" name="文本框 604"/>
          <p:cNvSpPr txBox="1"/>
          <p:nvPr>
            <p:custDataLst>
              <p:tags r:id="rId187"/>
            </p:custDataLst>
          </p:nvPr>
        </p:nvSpPr>
        <p:spPr>
          <a:xfrm>
            <a:off x="7316476" y="4536918"/>
            <a:ext cx="7125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…</a:t>
            </a:r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394" name="矩形 131"/>
          <p:cNvSpPr/>
          <p:nvPr>
            <p:custDataLst>
              <p:tags r:id="rId188"/>
            </p:custDataLst>
          </p:nvPr>
        </p:nvSpPr>
        <p:spPr>
          <a:xfrm>
            <a:off x="5628590" y="136856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395" name="矩形 132"/>
          <p:cNvSpPr/>
          <p:nvPr>
            <p:custDataLst>
              <p:tags r:id="rId189"/>
            </p:custDataLst>
          </p:nvPr>
        </p:nvSpPr>
        <p:spPr>
          <a:xfrm>
            <a:off x="5808590" y="1368563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396" name="矩形 133"/>
          <p:cNvSpPr/>
          <p:nvPr>
            <p:custDataLst>
              <p:tags r:id="rId190"/>
            </p:custDataLst>
          </p:nvPr>
        </p:nvSpPr>
        <p:spPr>
          <a:xfrm>
            <a:off x="5988590" y="1368563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397" name="矩形 131"/>
          <p:cNvSpPr/>
          <p:nvPr>
            <p:custDataLst>
              <p:tags r:id="rId191"/>
            </p:custDataLst>
          </p:nvPr>
        </p:nvSpPr>
        <p:spPr>
          <a:xfrm>
            <a:off x="6168340" y="136919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398" name="矩形 132"/>
          <p:cNvSpPr/>
          <p:nvPr>
            <p:custDataLst>
              <p:tags r:id="rId192"/>
            </p:custDataLst>
          </p:nvPr>
        </p:nvSpPr>
        <p:spPr>
          <a:xfrm>
            <a:off x="6348340" y="136919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399" name="矩形 133"/>
          <p:cNvSpPr/>
          <p:nvPr>
            <p:custDataLst>
              <p:tags r:id="rId193"/>
            </p:custDataLst>
          </p:nvPr>
        </p:nvSpPr>
        <p:spPr>
          <a:xfrm>
            <a:off x="6528340" y="1369198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0" name="矩形 131"/>
          <p:cNvSpPr/>
          <p:nvPr>
            <p:custDataLst>
              <p:tags r:id="rId194"/>
            </p:custDataLst>
          </p:nvPr>
        </p:nvSpPr>
        <p:spPr>
          <a:xfrm>
            <a:off x="5628590" y="2362973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1" name="矩形 132"/>
          <p:cNvSpPr/>
          <p:nvPr>
            <p:custDataLst>
              <p:tags r:id="rId195"/>
            </p:custDataLst>
          </p:nvPr>
        </p:nvSpPr>
        <p:spPr>
          <a:xfrm>
            <a:off x="5808590" y="236297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2" name="矩形 133"/>
          <p:cNvSpPr/>
          <p:nvPr>
            <p:custDataLst>
              <p:tags r:id="rId196"/>
            </p:custDataLst>
          </p:nvPr>
        </p:nvSpPr>
        <p:spPr>
          <a:xfrm>
            <a:off x="5988590" y="2362973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3" name="矩形 131"/>
          <p:cNvSpPr/>
          <p:nvPr>
            <p:custDataLst>
              <p:tags r:id="rId197"/>
            </p:custDataLst>
          </p:nvPr>
        </p:nvSpPr>
        <p:spPr>
          <a:xfrm>
            <a:off x="6168340" y="236360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4" name="矩形 132"/>
          <p:cNvSpPr/>
          <p:nvPr>
            <p:custDataLst>
              <p:tags r:id="rId198"/>
            </p:custDataLst>
          </p:nvPr>
        </p:nvSpPr>
        <p:spPr>
          <a:xfrm>
            <a:off x="6348340" y="236360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5" name="矩形 133"/>
          <p:cNvSpPr/>
          <p:nvPr>
            <p:custDataLst>
              <p:tags r:id="rId199"/>
            </p:custDataLst>
          </p:nvPr>
        </p:nvSpPr>
        <p:spPr>
          <a:xfrm>
            <a:off x="6528340" y="236360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6" name="矩形 131"/>
          <p:cNvSpPr/>
          <p:nvPr>
            <p:custDataLst>
              <p:tags r:id="rId200"/>
            </p:custDataLst>
          </p:nvPr>
        </p:nvSpPr>
        <p:spPr>
          <a:xfrm>
            <a:off x="5628590" y="161811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7" name="矩形 132"/>
          <p:cNvSpPr/>
          <p:nvPr>
            <p:custDataLst>
              <p:tags r:id="rId201"/>
            </p:custDataLst>
          </p:nvPr>
        </p:nvSpPr>
        <p:spPr>
          <a:xfrm>
            <a:off x="5808590" y="1618118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8" name="矩形 133"/>
          <p:cNvSpPr/>
          <p:nvPr>
            <p:custDataLst>
              <p:tags r:id="rId202"/>
            </p:custDataLst>
          </p:nvPr>
        </p:nvSpPr>
        <p:spPr>
          <a:xfrm>
            <a:off x="5988590" y="1618118"/>
            <a:ext cx="180000" cy="1800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09" name="矩形 131"/>
          <p:cNvSpPr/>
          <p:nvPr>
            <p:custDataLst>
              <p:tags r:id="rId203"/>
            </p:custDataLst>
          </p:nvPr>
        </p:nvSpPr>
        <p:spPr>
          <a:xfrm>
            <a:off x="6168340" y="161875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10" name="矩形 132"/>
          <p:cNvSpPr/>
          <p:nvPr>
            <p:custDataLst>
              <p:tags r:id="rId204"/>
            </p:custDataLst>
          </p:nvPr>
        </p:nvSpPr>
        <p:spPr>
          <a:xfrm>
            <a:off x="6348340" y="1618753"/>
            <a:ext cx="180000" cy="180000"/>
          </a:xfrm>
          <a:prstGeom prst="rect">
            <a:avLst/>
          </a:prstGeom>
          <a:solidFill>
            <a:srgbClr val="C9DAF8">
              <a:alpha val="3966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11" name="矩形 133"/>
          <p:cNvSpPr/>
          <p:nvPr>
            <p:custDataLst>
              <p:tags r:id="rId205"/>
            </p:custDataLst>
          </p:nvPr>
        </p:nvSpPr>
        <p:spPr>
          <a:xfrm>
            <a:off x="6528340" y="1618753"/>
            <a:ext cx="180000" cy="180000"/>
          </a:xfrm>
          <a:prstGeom prst="rect">
            <a:avLst/>
          </a:prstGeom>
          <a:solidFill>
            <a:srgbClr val="3C78D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rtlCol="0" anchor="ctr" anchorCtr="0">
            <a:no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12" name="矩形 411"/>
          <p:cNvSpPr/>
          <p:nvPr>
            <p:custDataLst>
              <p:tags r:id="rId206"/>
            </p:custDataLst>
          </p:nvPr>
        </p:nvSpPr>
        <p:spPr>
          <a:xfrm>
            <a:off x="5628826" y="1866750"/>
            <a:ext cx="1083192" cy="4488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3" name="文本框 412"/>
          <p:cNvSpPr txBox="1"/>
          <p:nvPr>
            <p:custDataLst>
              <p:tags r:id="rId207"/>
            </p:custDataLst>
          </p:nvPr>
        </p:nvSpPr>
        <p:spPr>
          <a:xfrm>
            <a:off x="5957576" y="1933418"/>
            <a:ext cx="71256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en-US" altLang="zh-CN" dirty="0">
                <a:latin typeface="Adobe 黑体 Std R" panose="020B0400000000000000" pitchFamily="34" charset="-122"/>
                <a:ea typeface="Adobe 黑体 Std R" panose="020B0400000000000000" pitchFamily="34" charset="-122"/>
              </a:rPr>
              <a:t>…</a:t>
            </a:r>
            <a:endParaRPr lang="zh-CN" altLang="en-US" dirty="0">
              <a:latin typeface="Adobe 黑体 Std R" panose="020B0400000000000000" pitchFamily="34" charset="-122"/>
              <a:ea typeface="Adobe 黑体 Std R" panose="020B0400000000000000" pitchFamily="34" charset="-122"/>
            </a:endParaRPr>
          </a:p>
        </p:txBody>
      </p:sp>
      <p:sp>
        <p:nvSpPr>
          <p:cNvPr id="414" name="矩形 413"/>
          <p:cNvSpPr/>
          <p:nvPr>
            <p:custDataLst>
              <p:tags r:id="rId208"/>
            </p:custDataLst>
          </p:nvPr>
        </p:nvSpPr>
        <p:spPr>
          <a:xfrm>
            <a:off x="5657850" y="1160145"/>
            <a:ext cx="1024255" cy="162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5" name="矩形 414"/>
          <p:cNvSpPr/>
          <p:nvPr>
            <p:custDataLst>
              <p:tags r:id="rId209"/>
            </p:custDataLst>
          </p:nvPr>
        </p:nvSpPr>
        <p:spPr>
          <a:xfrm>
            <a:off x="5648325" y="2551430"/>
            <a:ext cx="1024255" cy="94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6" name="文本框 415"/>
          <p:cNvSpPr txBox="1"/>
          <p:nvPr>
            <p:custDataLst>
              <p:tags r:id="rId210"/>
            </p:custDataLst>
          </p:nvPr>
        </p:nvSpPr>
        <p:spPr>
          <a:xfrm>
            <a:off x="6747510" y="1075055"/>
            <a:ext cx="365760" cy="419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T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417" name="直接箭头连接符 416"/>
          <p:cNvCxnSpPr/>
          <p:nvPr/>
        </p:nvCxnSpPr>
        <p:spPr>
          <a:xfrm>
            <a:off x="6591300" y="531495"/>
            <a:ext cx="530860" cy="4546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8" name="直接箭头连接符 417"/>
          <p:cNvCxnSpPr/>
          <p:nvPr/>
        </p:nvCxnSpPr>
        <p:spPr>
          <a:xfrm flipV="1">
            <a:off x="6906260" y="1457960"/>
            <a:ext cx="356235" cy="53848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9" name="Google Shape;3552;p58"/>
          <p:cNvCxnSpPr/>
          <p:nvPr>
            <p:custDataLst>
              <p:tags r:id="rId211"/>
            </p:custDataLst>
          </p:nvPr>
        </p:nvCxnSpPr>
        <p:spPr>
          <a:xfrm flipV="1">
            <a:off x="7578285" y="1218449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1" name="肘形连接符 420"/>
          <p:cNvCxnSpPr/>
          <p:nvPr/>
        </p:nvCxnSpPr>
        <p:spPr>
          <a:xfrm flipV="1">
            <a:off x="4942205" y="544830"/>
            <a:ext cx="706120" cy="691515"/>
          </a:xfrm>
          <a:prstGeom prst="bentConnector3">
            <a:avLst>
              <a:gd name="adj1" fmla="val 10431"/>
            </a:avLst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4" name="Google Shape;3552;p58"/>
          <p:cNvCxnSpPr/>
          <p:nvPr>
            <p:custDataLst>
              <p:tags r:id="rId212"/>
            </p:custDataLst>
          </p:nvPr>
        </p:nvCxnSpPr>
        <p:spPr>
          <a:xfrm flipV="1">
            <a:off x="10108760" y="1299094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7" name="文本框 426"/>
          <p:cNvSpPr txBox="1"/>
          <p:nvPr>
            <p:custDataLst>
              <p:tags r:id="rId213"/>
            </p:custDataLst>
          </p:nvPr>
        </p:nvSpPr>
        <p:spPr>
          <a:xfrm>
            <a:off x="10887075" y="2363470"/>
            <a:ext cx="1310005" cy="612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Classification boundary</a:t>
            </a:r>
            <a:endParaRPr lang="en-US" altLang="zh-CN" sz="1600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432" name="直接箭头连接符 431"/>
          <p:cNvCxnSpPr/>
          <p:nvPr/>
        </p:nvCxnSpPr>
        <p:spPr>
          <a:xfrm flipH="1" flipV="1">
            <a:off x="8853170" y="1630680"/>
            <a:ext cx="441325" cy="635"/>
          </a:xfrm>
          <a:prstGeom prst="straightConnector1">
            <a:avLst/>
          </a:prstGeom>
          <a:ln w="28575" cap="rnd" cmpd="sng">
            <a:solidFill>
              <a:schemeClr val="accent6">
                <a:lumMod val="75000"/>
              </a:schemeClr>
            </a:solidFill>
            <a:prstDash val="sysDash"/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3" name="直接箭头连接符 432"/>
          <p:cNvCxnSpPr/>
          <p:nvPr>
            <p:custDataLst>
              <p:tags r:id="rId214"/>
            </p:custDataLst>
          </p:nvPr>
        </p:nvCxnSpPr>
        <p:spPr>
          <a:xfrm flipH="1" flipV="1">
            <a:off x="7113270" y="6540500"/>
            <a:ext cx="441325" cy="635"/>
          </a:xfrm>
          <a:prstGeom prst="straightConnector1">
            <a:avLst/>
          </a:prstGeom>
          <a:ln w="28575" cap="rnd" cmpd="sng">
            <a:solidFill>
              <a:schemeClr val="accent6">
                <a:lumMod val="75000"/>
              </a:schemeClr>
            </a:solidFill>
            <a:prstDash val="sysDash"/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4" name="文本框 433"/>
          <p:cNvSpPr txBox="1"/>
          <p:nvPr>
            <p:custDataLst>
              <p:tags r:id="rId215"/>
            </p:custDataLst>
          </p:nvPr>
        </p:nvSpPr>
        <p:spPr>
          <a:xfrm>
            <a:off x="7527290" y="6368415"/>
            <a:ext cx="1222375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backword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435" name="Google Shape;3552;p58"/>
          <p:cNvCxnSpPr/>
          <p:nvPr>
            <p:custDataLst>
              <p:tags r:id="rId216"/>
            </p:custDataLst>
          </p:nvPr>
        </p:nvCxnSpPr>
        <p:spPr>
          <a:xfrm flipV="1">
            <a:off x="5407220" y="6553719"/>
            <a:ext cx="452120" cy="1016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6" name="文本框 435"/>
          <p:cNvSpPr txBox="1"/>
          <p:nvPr>
            <p:custDataLst>
              <p:tags r:id="rId217"/>
            </p:custDataLst>
          </p:nvPr>
        </p:nvSpPr>
        <p:spPr>
          <a:xfrm>
            <a:off x="5774690" y="6368415"/>
            <a:ext cx="109601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Forward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37" name="文本框 436"/>
          <p:cNvSpPr txBox="1"/>
          <p:nvPr>
            <p:custDataLst>
              <p:tags r:id="rId218"/>
            </p:custDataLst>
          </p:nvPr>
        </p:nvSpPr>
        <p:spPr>
          <a:xfrm>
            <a:off x="5740400" y="882015"/>
            <a:ext cx="78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 Math" panose="02040503050406030204" charset="0"/>
                <a:cs typeface="Cambria Math" panose="02040503050406030204" charset="0"/>
              </a:rPr>
              <a:t>D</a:t>
            </a:r>
            <a:r>
              <a:rPr lang="en-US" altLang="zh-CN"/>
              <a:t> x </a:t>
            </a:r>
            <a:r>
              <a:rPr lang="en-US" altLang="zh-CN">
                <a:latin typeface="Cambria Math" panose="02040503050406030204" charset="0"/>
                <a:cs typeface="Cambria Math" panose="02040503050406030204" charset="0"/>
                <a:sym typeface="+mn-ea"/>
              </a:rPr>
              <a:t>D</a:t>
            </a:r>
            <a:endParaRPr lang="en-US" altLang="zh-CN"/>
          </a:p>
        </p:txBody>
      </p:sp>
      <p:pic>
        <p:nvPicPr>
          <p:cNvPr id="439" name="图片 438" descr="雪花"/>
          <p:cNvPicPr>
            <a:picLocks noChangeAspect="1"/>
          </p:cNvPicPr>
          <p:nvPr>
            <p:custDataLst>
              <p:tags r:id="rId21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417185" y="6080125"/>
            <a:ext cx="223669" cy="252000"/>
          </a:xfrm>
          <a:prstGeom prst="rect">
            <a:avLst/>
          </a:prstGeom>
        </p:spPr>
      </p:pic>
      <p:sp>
        <p:nvSpPr>
          <p:cNvPr id="440" name="文本框 439"/>
          <p:cNvSpPr txBox="1"/>
          <p:nvPr>
            <p:custDataLst>
              <p:tags r:id="rId220"/>
            </p:custDataLst>
          </p:nvPr>
        </p:nvSpPr>
        <p:spPr>
          <a:xfrm>
            <a:off x="5673090" y="6045835"/>
            <a:ext cx="1083945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Frozen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441" name="图片 440" descr="纯火把"/>
          <p:cNvPicPr>
            <a:picLocks noChangeAspect="1"/>
          </p:cNvPicPr>
          <p:nvPr>
            <p:custDataLst>
              <p:tags r:id="rId221"/>
            </p:custDataLst>
          </p:nvPr>
        </p:nvPicPr>
        <p:blipFill>
          <a:blip r:embed="rId156"/>
          <a:stretch>
            <a:fillRect/>
          </a:stretch>
        </p:blipFill>
        <p:spPr>
          <a:xfrm>
            <a:off x="7236460" y="6080125"/>
            <a:ext cx="200146" cy="252000"/>
          </a:xfrm>
          <a:prstGeom prst="rect">
            <a:avLst/>
          </a:prstGeom>
        </p:spPr>
      </p:pic>
      <p:sp>
        <p:nvSpPr>
          <p:cNvPr id="442" name="文本框 441"/>
          <p:cNvSpPr txBox="1"/>
          <p:nvPr>
            <p:custDataLst>
              <p:tags r:id="rId222"/>
            </p:custDataLst>
          </p:nvPr>
        </p:nvSpPr>
        <p:spPr>
          <a:xfrm>
            <a:off x="7396480" y="6045835"/>
            <a:ext cx="1254760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Trainable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443" name="流程图: 汇总连接 442"/>
          <p:cNvSpPr/>
          <p:nvPr/>
        </p:nvSpPr>
        <p:spPr>
          <a:xfrm>
            <a:off x="7155180" y="1014095"/>
            <a:ext cx="360000" cy="360000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5" name="流程图: 汇总连接 444"/>
          <p:cNvSpPr/>
          <p:nvPr>
            <p:custDataLst>
              <p:tags r:id="rId223"/>
            </p:custDataLst>
          </p:nvPr>
        </p:nvSpPr>
        <p:spPr>
          <a:xfrm>
            <a:off x="5388610" y="5730875"/>
            <a:ext cx="252000" cy="252000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6" name="文本框 445"/>
          <p:cNvSpPr txBox="1"/>
          <p:nvPr>
            <p:custDataLst>
              <p:tags r:id="rId224"/>
            </p:custDataLst>
          </p:nvPr>
        </p:nvSpPr>
        <p:spPr>
          <a:xfrm>
            <a:off x="5628640" y="5683250"/>
            <a:ext cx="1790065" cy="396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Times New Roman" panose="02020603050405020304" pitchFamily="18" charset="0"/>
                <a:ea typeface="黑体" panose="02010609060101010101" charset="-122"/>
                <a:cs typeface="Times New Roman" panose="02020603050405020304" pitchFamily="18" charset="0"/>
              </a:rPr>
              <a:t>: Matrix multiply</a:t>
            </a:r>
            <a:endParaRPr lang="en-US" altLang="zh-CN" sz="1600" b="1">
              <a:latin typeface="Times New Roman" panose="02020603050405020304" pitchFamily="18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90" y="2236470"/>
            <a:ext cx="6113780" cy="31457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285D2-C07C-774E-9D8F-A11C03256130}" type="slidenum">
              <a:rPr lang="en-US" smtClean="0"/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-48260" y="150495"/>
            <a:ext cx="1237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实验设计：假设表征差异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  <a:sym typeface="+mn-ea"/>
              </a:rPr>
              <a:t>最大化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的图片可以得到最佳分类</a:t>
            </a:r>
            <a:endParaRPr lang="zh-CN" altLang="en-US" sz="3600" b="1" dirty="0">
              <a:latin typeface="Heiti TC Medium" panose="02000000000000000000" pitchFamily="2" charset="-128"/>
              <a:ea typeface="Heiti TC Medium" panose="02000000000000000000" pitchFamily="2" charset="-128"/>
            </a:endParaRPr>
          </a:p>
        </p:txBody>
      </p:sp>
      <p:cxnSp>
        <p:nvCxnSpPr>
          <p:cNvPr id="5" name="直接连接符 10"/>
          <p:cNvCxnSpPr/>
          <p:nvPr/>
        </p:nvCxnSpPr>
        <p:spPr>
          <a:xfrm>
            <a:off x="0" y="929640"/>
            <a:ext cx="12160885" cy="0"/>
          </a:xfrm>
          <a:prstGeom prst="line">
            <a:avLst/>
          </a:prstGeom>
          <a:ln w="19050">
            <a:solidFill>
              <a:srgbClr val="01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5955665" y="997585"/>
            <a:ext cx="6207760" cy="4452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zh-CN" altLang="en-US" sz="2000" b="1"/>
              <a:t>实验1.1：</a:t>
            </a:r>
            <a:r>
              <a:rPr lang="zh-CN" altLang="en-US" sz="2000" b="1">
                <a:sym typeface="+mn-ea"/>
              </a:rPr>
              <a:t>被动想象图片</a:t>
            </a:r>
            <a:endParaRPr lang="zh-CN" altLang="en-US" sz="2000" b="1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a.</a:t>
            </a:r>
            <a:r>
              <a:rPr lang="zh-CN" altLang="en-US" sz="1600">
                <a:sym typeface="+mn-ea"/>
              </a:rPr>
              <a:t>被试放松，静息态基线</a:t>
            </a:r>
            <a:r>
              <a:rPr lang="en-US" altLang="zh-CN" sz="1600">
                <a:sym typeface="+mn-ea"/>
              </a:rPr>
              <a:t>1s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/>
              <a:t>b</a:t>
            </a:r>
            <a:r>
              <a:rPr lang="zh-CN" altLang="en-US" sz="1600"/>
              <a:t>.随机展示一张图片，每张图展示1</a:t>
            </a:r>
            <a:r>
              <a:rPr lang="en-US" altLang="zh-CN" sz="1600"/>
              <a:t>.5</a:t>
            </a:r>
            <a:r>
              <a:rPr lang="zh-CN" altLang="en-US" sz="1600"/>
              <a:t>s</a:t>
            </a:r>
            <a:r>
              <a:rPr lang="zh-CN" altLang="en-US" sz="1600">
                <a:sym typeface="+mn-ea"/>
              </a:rPr>
              <a:t>，</a:t>
            </a:r>
            <a:r>
              <a:rPr lang="zh-CN" altLang="en-US" sz="1600"/>
              <a:t>让被试尽可能地记住图片内容</a:t>
            </a:r>
            <a:endParaRPr lang="zh-CN" altLang="en-US" sz="1600"/>
          </a:p>
          <a:p>
            <a:pPr algn="l">
              <a:buClrTx/>
              <a:buSzTx/>
              <a:buNone/>
            </a:pPr>
            <a:r>
              <a:rPr lang="en-US" altLang="zh-CN" sz="1600"/>
              <a:t>c</a:t>
            </a:r>
            <a:r>
              <a:rPr lang="zh-CN" altLang="en-US" sz="1600"/>
              <a:t>.展示马赛克化图片0.5s，去除视觉残留，黑屏，被试在</a:t>
            </a:r>
            <a:r>
              <a:rPr lang="en-US" altLang="zh-CN" sz="1600"/>
              <a:t>2</a:t>
            </a:r>
            <a:r>
              <a:rPr lang="zh-CN" altLang="en-US" sz="1600"/>
              <a:t>s内持续回忆图片</a:t>
            </a:r>
            <a:endParaRPr lang="zh-CN" altLang="en-US" sz="1600"/>
          </a:p>
          <a:p>
            <a:pPr algn="l">
              <a:buClrTx/>
              <a:buSzTx/>
              <a:buNone/>
            </a:pPr>
            <a:r>
              <a:rPr lang="en-US" altLang="zh-CN" sz="1600"/>
              <a:t>d.</a:t>
            </a:r>
            <a:r>
              <a:rPr lang="zh-CN" altLang="en-US" sz="1600"/>
              <a:t>循环</a:t>
            </a:r>
            <a:r>
              <a:rPr lang="zh-CN" altLang="en-US" sz="1600">
                <a:sym typeface="+mn-ea"/>
              </a:rPr>
              <a:t>直到</a:t>
            </a:r>
            <a:r>
              <a:rPr lang="en-US" altLang="zh-CN" sz="1600">
                <a:sym typeface="+mn-ea"/>
              </a:rPr>
              <a:t>10</a:t>
            </a:r>
            <a:r>
              <a:rPr lang="zh-CN" altLang="en-US" sz="1600">
                <a:sym typeface="+mn-ea"/>
              </a:rPr>
              <a:t>个图片展示完毕，图片间隔</a:t>
            </a:r>
            <a:r>
              <a:rPr lang="en-US" altLang="zh-CN" sz="1600">
                <a:sym typeface="+mn-ea"/>
              </a:rPr>
              <a:t>1.5s</a:t>
            </a:r>
            <a:endParaRPr lang="zh-CN" altLang="en-US" sz="1600"/>
          </a:p>
          <a:p>
            <a:pPr algn="l">
              <a:buClrTx/>
              <a:buSzTx/>
              <a:buFontTx/>
              <a:buNone/>
            </a:pPr>
            <a:endParaRPr lang="zh-CN" altLang="en-US" sz="2000" b="1"/>
          </a:p>
          <a:p>
            <a:pPr algn="l">
              <a:buClrTx/>
              <a:buSzTx/>
              <a:buFontTx/>
              <a:buNone/>
            </a:pPr>
            <a:r>
              <a:rPr lang="zh-CN" altLang="en-US" sz="2000" b="1"/>
              <a:t>实验1.2：主动</a:t>
            </a:r>
            <a:r>
              <a:rPr lang="zh-CN" altLang="en-US" sz="2000" b="1">
                <a:sym typeface="+mn-ea"/>
              </a:rPr>
              <a:t>想象图片</a:t>
            </a:r>
            <a:endParaRPr lang="zh-CN" altLang="en-US" sz="2000" b="1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a.</a:t>
            </a:r>
            <a:r>
              <a:rPr lang="zh-CN" altLang="en-US" sz="1600">
                <a:sym typeface="+mn-ea"/>
              </a:rPr>
              <a:t>被试放松，静息态基线</a:t>
            </a:r>
            <a:r>
              <a:rPr lang="en-US" altLang="zh-CN" sz="1600">
                <a:sym typeface="+mn-ea"/>
              </a:rPr>
              <a:t>1s</a:t>
            </a:r>
            <a:endParaRPr lang="en-US" altLang="zh-CN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b.</a:t>
            </a:r>
            <a:r>
              <a:rPr lang="zh-CN" altLang="en-US" sz="1600">
                <a:sym typeface="+mn-ea"/>
              </a:rPr>
              <a:t>黑屏，被试在无任何刺激的情况下主动持续想象任意一个图片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秒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c.</a:t>
            </a:r>
            <a:r>
              <a:rPr lang="zh-CN" altLang="en-US" sz="1600">
                <a:sym typeface="+mn-ea"/>
              </a:rPr>
              <a:t>展示10个图片排成两排，被试点击刚刚想象的图片，此图片消除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d.</a:t>
            </a:r>
            <a:r>
              <a:rPr lang="zh-CN" altLang="en-US" sz="1600">
                <a:sym typeface="+mn-ea"/>
              </a:rPr>
              <a:t>间隔</a:t>
            </a:r>
            <a:r>
              <a:rPr lang="en-US" altLang="zh-CN" sz="1600">
                <a:sym typeface="+mn-ea"/>
              </a:rPr>
              <a:t>1.5s</a:t>
            </a:r>
            <a:r>
              <a:rPr lang="zh-CN" altLang="en-US" sz="1600">
                <a:sym typeface="+mn-ea"/>
              </a:rPr>
              <a:t>，</a:t>
            </a:r>
            <a:r>
              <a:rPr lang="zh-CN" altLang="en-US" sz="1600"/>
              <a:t>黑屏，被试持续想象另外一张图片，循环直到所有图片都选择了一遍</a:t>
            </a:r>
            <a:endParaRPr lang="zh-CN" altLang="en-US" sz="1600"/>
          </a:p>
          <a:p>
            <a:pPr algn="l">
              <a:buClrTx/>
              <a:buSzTx/>
              <a:buNone/>
            </a:pPr>
            <a:r>
              <a:rPr lang="zh-CN" altLang="en-US" sz="1600">
                <a:sym typeface="+mn-ea"/>
              </a:rPr>
              <a:t>---------------------------------------------------</a:t>
            </a:r>
            <a:endParaRPr lang="zh-CN" altLang="en-US" sz="1600"/>
          </a:p>
          <a:p>
            <a:pPr algn="l">
              <a:buClrTx/>
              <a:buSzTx/>
              <a:buNone/>
            </a:pPr>
            <a:endParaRPr lang="zh-CN" altLang="en-US" sz="1600">
              <a:sym typeface="+mn-ea"/>
            </a:endParaRPr>
          </a:p>
          <a:p>
            <a:pPr indent="0"/>
            <a:r>
              <a:rPr lang="zh-CN" sz="1600" b="1">
                <a:sym typeface="+mn-ea"/>
              </a:rPr>
              <a:t>全</a:t>
            </a:r>
            <a:r>
              <a:rPr lang="zh-CN" altLang="en-US" sz="1600" b="1">
                <a:sym typeface="+mn-ea"/>
              </a:rPr>
              <a:t>流程</a:t>
            </a:r>
            <a:r>
              <a:rPr lang="en-US" altLang="zh-CN" sz="1600" b="1">
                <a:sym typeface="+mn-ea"/>
              </a:rPr>
              <a:t> ≥ 10</a:t>
            </a:r>
            <a:r>
              <a:rPr lang="zh-CN" altLang="en-US" sz="1600" b="1">
                <a:sym typeface="+mn-ea"/>
              </a:rPr>
              <a:t>次（</a:t>
            </a:r>
            <a:r>
              <a:rPr lang="en-US" altLang="zh-CN" sz="1600" b="1">
                <a:sym typeface="+mn-ea"/>
              </a:rPr>
              <a:t>10x</a:t>
            </a:r>
            <a:r>
              <a:rPr lang="zh-CN" altLang="en-US" sz="1600" b="1">
                <a:sym typeface="+mn-ea"/>
              </a:rPr>
              <a:t>每张图片</a:t>
            </a:r>
            <a:r>
              <a:rPr lang="en-US" altLang="zh-CN" sz="1600" b="1">
                <a:sym typeface="+mn-ea"/>
              </a:rPr>
              <a:t>=100trial</a:t>
            </a:r>
            <a:r>
              <a:rPr lang="zh-CN" altLang="en-US" sz="1600" b="1">
                <a:sym typeface="+mn-ea"/>
              </a:rPr>
              <a:t>），流程间可以被试自由休息</a:t>
            </a:r>
            <a:r>
              <a:rPr lang="en-US" altLang="zh-CN" sz="1600" b="1">
                <a:sym typeface="+mn-ea"/>
              </a:rPr>
              <a:t>2-3</a:t>
            </a:r>
            <a:r>
              <a:rPr lang="zh-CN" altLang="en-US" sz="1600" b="1">
                <a:sym typeface="+mn-ea"/>
              </a:rPr>
              <a:t>分钟左右，按</a:t>
            </a:r>
            <a:r>
              <a:rPr lang="en-US" altLang="zh-CN" sz="1600" b="1">
                <a:sym typeface="+mn-ea"/>
              </a:rPr>
              <a:t>spacebar</a:t>
            </a:r>
            <a:r>
              <a:rPr lang="zh-CN" altLang="en-US" sz="1600" b="1">
                <a:sym typeface="+mn-ea"/>
              </a:rPr>
              <a:t>继续</a:t>
            </a:r>
            <a:endParaRPr lang="zh-CN" altLang="en-US" sz="1600" b="1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25" y="2908300"/>
            <a:ext cx="426720" cy="4203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905" y="2908300"/>
            <a:ext cx="368935" cy="3867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725" y="4365625"/>
            <a:ext cx="426085" cy="437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935" y="4365625"/>
            <a:ext cx="395605" cy="4267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020310" y="4448175"/>
            <a:ext cx="27432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00" b="1">
                <a:sym typeface="Wingdings 2" panose="05020102010507070707" charset="0"/>
              </a:rPr>
              <a:t></a:t>
            </a:r>
            <a:endParaRPr lang="zh-CN" altLang="en-US" sz="800" b="1">
              <a:sym typeface="Wingdings 2" panose="05020102010507070707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62580" y="4444365"/>
            <a:ext cx="27432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00" b="1">
                <a:sym typeface="Wingdings 2" panose="05020102010507070707" charset="0"/>
              </a:rPr>
              <a:t></a:t>
            </a:r>
            <a:endParaRPr lang="zh-CN" altLang="en-US" sz="800" b="1">
              <a:sym typeface="Wingdings 2" panose="05020102010507070707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27600" y="4444365"/>
            <a:ext cx="27432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00" b="1">
                <a:sym typeface="Wingdings 2" panose="05020102010507070707" charset="0"/>
              </a:rPr>
              <a:t></a:t>
            </a:r>
            <a:endParaRPr lang="zh-CN" altLang="en-US" sz="800" b="1">
              <a:sym typeface="Wingdings 2" panose="05020102010507070707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030" y="2971165"/>
            <a:ext cx="415925" cy="2940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210" y="2971165"/>
            <a:ext cx="415925" cy="2940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8395" y="4422140"/>
            <a:ext cx="415925" cy="29400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790" y="4422140"/>
            <a:ext cx="415925" cy="294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" y="2261870"/>
            <a:ext cx="5588635" cy="28752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285D2-C07C-774E-9D8F-A11C03256130}" type="slidenum">
              <a:rPr lang="en-US" smtClean="0"/>
            </a:fld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-48260" y="150495"/>
            <a:ext cx="12372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实验设计：假设表征差异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  <a:sym typeface="+mn-ea"/>
              </a:rPr>
              <a:t>最大化</a:t>
            </a:r>
            <a:r>
              <a:rPr lang="zh-CN" altLang="en-US" sz="3600" b="1" dirty="0">
                <a:latin typeface="Heiti TC Medium" panose="02000000000000000000" pitchFamily="2" charset="-128"/>
                <a:ea typeface="Heiti TC Medium" panose="02000000000000000000" pitchFamily="2" charset="-128"/>
              </a:rPr>
              <a:t>的文本可以得到最佳分类</a:t>
            </a:r>
            <a:endParaRPr lang="zh-CN" altLang="en-US" sz="3600" b="1" dirty="0">
              <a:latin typeface="Heiti TC Medium" panose="02000000000000000000" pitchFamily="2" charset="-128"/>
              <a:ea typeface="Heiti TC Medium" panose="02000000000000000000" pitchFamily="2" charset="-128"/>
            </a:endParaRPr>
          </a:p>
        </p:txBody>
      </p:sp>
      <p:cxnSp>
        <p:nvCxnSpPr>
          <p:cNvPr id="5" name="直接连接符 10"/>
          <p:cNvCxnSpPr/>
          <p:nvPr/>
        </p:nvCxnSpPr>
        <p:spPr>
          <a:xfrm>
            <a:off x="0" y="929640"/>
            <a:ext cx="12160885" cy="0"/>
          </a:xfrm>
          <a:prstGeom prst="line">
            <a:avLst/>
          </a:prstGeom>
          <a:ln w="19050">
            <a:solidFill>
              <a:srgbClr val="0174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5909945" y="929640"/>
            <a:ext cx="6259195" cy="4895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None/>
            </a:pPr>
            <a:r>
              <a:rPr lang="zh-CN" altLang="en-US" sz="2000" b="1"/>
              <a:t>实验</a:t>
            </a:r>
            <a:r>
              <a:rPr lang="en-US" altLang="zh-CN" sz="2000" b="1"/>
              <a:t>2</a:t>
            </a:r>
            <a:r>
              <a:rPr lang="zh-CN" altLang="en-US" sz="2000" b="1"/>
              <a:t>.1：</a:t>
            </a:r>
            <a:r>
              <a:rPr lang="zh-CN" altLang="en-US" sz="2000" b="1">
                <a:sym typeface="+mn-ea"/>
              </a:rPr>
              <a:t>被动想象文本</a:t>
            </a:r>
            <a:endParaRPr lang="zh-CN" altLang="en-US" sz="2000" b="1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a.</a:t>
            </a:r>
            <a:r>
              <a:rPr lang="zh-CN" altLang="en-US" sz="1600">
                <a:sym typeface="+mn-ea"/>
              </a:rPr>
              <a:t>被试放松，静息态基线</a:t>
            </a:r>
            <a:r>
              <a:rPr lang="en-US" altLang="zh-CN" sz="1600">
                <a:sym typeface="+mn-ea"/>
              </a:rPr>
              <a:t>1s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/>
              <a:t>b</a:t>
            </a:r>
            <a:r>
              <a:rPr lang="zh-CN" altLang="en-US" sz="1600"/>
              <a:t>.随机展示一张文本，每张图展示1</a:t>
            </a:r>
            <a:r>
              <a:rPr lang="en-US" altLang="zh-CN" sz="1600"/>
              <a:t>.5</a:t>
            </a:r>
            <a:r>
              <a:rPr lang="zh-CN" altLang="en-US" sz="1600"/>
              <a:t>s</a:t>
            </a:r>
            <a:r>
              <a:rPr lang="zh-CN" altLang="en-US" sz="1600">
                <a:sym typeface="+mn-ea"/>
              </a:rPr>
              <a:t>，</a:t>
            </a:r>
            <a:r>
              <a:rPr lang="zh-CN" altLang="en-US" sz="1600"/>
              <a:t>让被试尽可能地记住文本内容</a:t>
            </a:r>
            <a:endParaRPr lang="zh-CN" altLang="en-US" sz="1600"/>
          </a:p>
          <a:p>
            <a:pPr algn="l">
              <a:buClrTx/>
              <a:buSzTx/>
              <a:buNone/>
            </a:pPr>
            <a:r>
              <a:rPr lang="en-US" altLang="zh-CN" sz="1600"/>
              <a:t>c</a:t>
            </a:r>
            <a:r>
              <a:rPr lang="zh-CN" altLang="en-US" sz="1600"/>
              <a:t>.展示</a:t>
            </a:r>
            <a:r>
              <a:rPr lang="zh-CN" altLang="en-US" sz="1600">
                <a:sym typeface="+mn-ea"/>
              </a:rPr>
              <a:t>黑屏</a:t>
            </a:r>
            <a:r>
              <a:rPr lang="en-US" altLang="zh-CN" sz="1600">
                <a:sym typeface="+mn-ea"/>
              </a:rPr>
              <a:t>+</a:t>
            </a:r>
            <a:r>
              <a:rPr lang="zh-CN" altLang="en-US" sz="1600">
                <a:sym typeface="+mn-ea"/>
              </a:rPr>
              <a:t>白色十字</a:t>
            </a:r>
            <a:r>
              <a:rPr lang="zh-CN" altLang="en-US" sz="1600"/>
              <a:t>0.5s，去除视觉残留，黑屏，被试在</a:t>
            </a:r>
            <a:r>
              <a:rPr lang="en-US" altLang="zh-CN" sz="1600"/>
              <a:t>2</a:t>
            </a:r>
            <a:r>
              <a:rPr lang="zh-CN" altLang="en-US" sz="1600"/>
              <a:t>s内</a:t>
            </a:r>
            <a:r>
              <a:rPr lang="zh-CN" altLang="en-US" sz="1600">
                <a:sym typeface="+mn-ea"/>
              </a:rPr>
              <a:t>持续</a:t>
            </a:r>
            <a:r>
              <a:rPr lang="zh-CN" altLang="en-US" sz="1600"/>
              <a:t>回忆图片</a:t>
            </a:r>
            <a:endParaRPr lang="zh-CN" altLang="en-US" sz="1600"/>
          </a:p>
          <a:p>
            <a:pPr algn="l">
              <a:buClrTx/>
              <a:buSzTx/>
              <a:buNone/>
            </a:pPr>
            <a:r>
              <a:rPr lang="en-US" altLang="zh-CN" sz="1600"/>
              <a:t>d.</a:t>
            </a:r>
            <a:r>
              <a:rPr lang="zh-CN" altLang="en-US" sz="1600"/>
              <a:t>循环</a:t>
            </a:r>
            <a:r>
              <a:rPr lang="zh-CN" altLang="en-US" sz="1600">
                <a:sym typeface="+mn-ea"/>
              </a:rPr>
              <a:t>直到</a:t>
            </a:r>
            <a:r>
              <a:rPr lang="en-US" altLang="zh-CN" sz="1600">
                <a:sym typeface="+mn-ea"/>
              </a:rPr>
              <a:t>10</a:t>
            </a:r>
            <a:r>
              <a:rPr lang="zh-CN" altLang="en-US" sz="1600">
                <a:sym typeface="+mn-ea"/>
              </a:rPr>
              <a:t>个文本展示完毕，间隔</a:t>
            </a:r>
            <a:r>
              <a:rPr lang="en-US" altLang="zh-CN" sz="1600">
                <a:sym typeface="+mn-ea"/>
              </a:rPr>
              <a:t>1.5s</a:t>
            </a:r>
            <a:endParaRPr lang="zh-CN" altLang="en-US" sz="1600"/>
          </a:p>
          <a:p>
            <a:pPr algn="l">
              <a:buClrTx/>
              <a:buSzTx/>
              <a:buFontTx/>
              <a:buNone/>
            </a:pPr>
            <a:endParaRPr lang="zh-CN" altLang="en-US" sz="2000" b="1"/>
          </a:p>
          <a:p>
            <a:pPr algn="l">
              <a:buClrTx/>
              <a:buSzTx/>
              <a:buFontTx/>
              <a:buNone/>
            </a:pPr>
            <a:r>
              <a:rPr lang="zh-CN" altLang="en-US" sz="2000" b="1"/>
              <a:t>实验2.2：主动</a:t>
            </a:r>
            <a:r>
              <a:rPr lang="zh-CN" altLang="en-US" sz="2000" b="1">
                <a:sym typeface="+mn-ea"/>
              </a:rPr>
              <a:t>想象文本</a:t>
            </a:r>
            <a:endParaRPr lang="zh-CN" altLang="en-US" sz="2000" b="1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a.</a:t>
            </a:r>
            <a:r>
              <a:rPr lang="zh-CN" altLang="en-US" sz="1600">
                <a:sym typeface="+mn-ea"/>
              </a:rPr>
              <a:t>被试放松，静息态基线</a:t>
            </a:r>
            <a:r>
              <a:rPr lang="en-US" altLang="zh-CN" sz="1600">
                <a:sym typeface="+mn-ea"/>
              </a:rPr>
              <a:t>1s</a:t>
            </a:r>
            <a:endParaRPr lang="en-US" altLang="zh-CN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b.</a:t>
            </a:r>
            <a:r>
              <a:rPr lang="zh-CN" altLang="en-US" sz="1600">
                <a:sym typeface="+mn-ea"/>
              </a:rPr>
              <a:t>黑屏，被试在无任何刺激的情况下主动</a:t>
            </a:r>
            <a:r>
              <a:rPr lang="zh-CN" altLang="en-US" sz="1600">
                <a:sym typeface="+mn-ea"/>
              </a:rPr>
              <a:t>持续想象任意一个文本</a:t>
            </a:r>
            <a:r>
              <a:rPr lang="en-US" altLang="zh-CN" sz="1600">
                <a:sym typeface="+mn-ea"/>
              </a:rPr>
              <a:t>2</a:t>
            </a:r>
            <a:r>
              <a:rPr lang="zh-CN" altLang="en-US" sz="1600">
                <a:sym typeface="+mn-ea"/>
              </a:rPr>
              <a:t>秒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c.</a:t>
            </a:r>
            <a:r>
              <a:rPr lang="zh-CN" altLang="en-US" sz="1600">
                <a:sym typeface="+mn-ea"/>
              </a:rPr>
              <a:t>展示10个图片排成两排，被试点击刚刚想象的文本，此文本消除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1600">
                <a:sym typeface="+mn-ea"/>
              </a:rPr>
              <a:t>d.</a:t>
            </a:r>
            <a:r>
              <a:rPr lang="zh-CN" altLang="en-US" sz="1600">
                <a:sym typeface="+mn-ea"/>
              </a:rPr>
              <a:t>间隔</a:t>
            </a:r>
            <a:r>
              <a:rPr lang="en-US" altLang="zh-CN" sz="1600">
                <a:sym typeface="+mn-ea"/>
              </a:rPr>
              <a:t>1.5s</a:t>
            </a:r>
            <a:r>
              <a:rPr lang="zh-CN" altLang="en-US" sz="1600">
                <a:sym typeface="+mn-ea"/>
              </a:rPr>
              <a:t>，</a:t>
            </a:r>
            <a:r>
              <a:rPr lang="zh-CN" altLang="en-US" sz="1600"/>
              <a:t>黑屏，被试</a:t>
            </a:r>
            <a:r>
              <a:rPr lang="zh-CN" altLang="en-US" sz="1600">
                <a:sym typeface="+mn-ea"/>
              </a:rPr>
              <a:t>持续</a:t>
            </a:r>
            <a:r>
              <a:rPr lang="zh-CN" altLang="en-US" sz="1600"/>
              <a:t>想象另外一张文本，循环直到所有文本都选择了一遍</a:t>
            </a:r>
            <a:endParaRPr lang="zh-CN" altLang="en-US" sz="1600"/>
          </a:p>
          <a:p>
            <a:pPr algn="l">
              <a:buClrTx/>
              <a:buSzTx/>
              <a:buNone/>
            </a:pPr>
            <a:r>
              <a:rPr lang="zh-CN" altLang="en-US" sz="1600">
                <a:sym typeface="+mn-ea"/>
              </a:rPr>
              <a:t>---------------------------------------------------</a:t>
            </a:r>
            <a:endParaRPr lang="zh-CN" altLang="en-US" sz="1600">
              <a:sym typeface="+mn-ea"/>
            </a:endParaRPr>
          </a:p>
          <a:p>
            <a:pPr algn="l">
              <a:buClrTx/>
              <a:buSzTx/>
              <a:buNone/>
            </a:pPr>
            <a:endParaRPr lang="zh-CN" altLang="en-US" sz="1600">
              <a:sym typeface="+mn-ea"/>
            </a:endParaRPr>
          </a:p>
          <a:p>
            <a:pPr indent="0"/>
            <a:r>
              <a:rPr lang="zh-CN" sz="1600" b="1">
                <a:sym typeface="+mn-ea"/>
              </a:rPr>
              <a:t>全</a:t>
            </a:r>
            <a:r>
              <a:rPr lang="zh-CN" altLang="en-US" sz="1600" b="1">
                <a:sym typeface="+mn-ea"/>
              </a:rPr>
              <a:t>流程</a:t>
            </a:r>
            <a:r>
              <a:rPr lang="en-US" altLang="zh-CN" sz="1600" b="1">
                <a:sym typeface="+mn-ea"/>
              </a:rPr>
              <a:t> ≥ 10</a:t>
            </a:r>
            <a:r>
              <a:rPr lang="zh-CN" altLang="en-US" sz="1600" b="1">
                <a:sym typeface="+mn-ea"/>
              </a:rPr>
              <a:t>次（</a:t>
            </a:r>
            <a:r>
              <a:rPr lang="en-US" altLang="zh-CN" sz="1600" b="1">
                <a:sym typeface="+mn-ea"/>
              </a:rPr>
              <a:t>10x</a:t>
            </a:r>
            <a:r>
              <a:rPr lang="zh-CN" altLang="en-US" sz="1600" b="1">
                <a:sym typeface="+mn-ea"/>
              </a:rPr>
              <a:t>每张图片</a:t>
            </a:r>
            <a:r>
              <a:rPr lang="en-US" altLang="zh-CN" sz="1600" b="1">
                <a:sym typeface="+mn-ea"/>
              </a:rPr>
              <a:t>=100trial</a:t>
            </a:r>
            <a:r>
              <a:rPr lang="zh-CN" altLang="en-US" sz="1600" b="1">
                <a:sym typeface="+mn-ea"/>
              </a:rPr>
              <a:t>），流程间可以被试自由休息</a:t>
            </a:r>
            <a:r>
              <a:rPr lang="en-US" altLang="zh-CN" sz="1600" b="1">
                <a:sym typeface="+mn-ea"/>
              </a:rPr>
              <a:t>2-3</a:t>
            </a:r>
            <a:r>
              <a:rPr lang="zh-CN" altLang="en-US" sz="1600" b="1">
                <a:sym typeface="+mn-ea"/>
              </a:rPr>
              <a:t>分钟左右，按</a:t>
            </a:r>
            <a:r>
              <a:rPr lang="en-US" altLang="zh-CN" sz="1600" b="1">
                <a:sym typeface="+mn-ea"/>
              </a:rPr>
              <a:t>spacebar</a:t>
            </a:r>
            <a:r>
              <a:rPr lang="zh-CN" altLang="en-US" sz="1600" b="1">
                <a:sym typeface="+mn-ea"/>
              </a:rPr>
              <a:t>继续</a:t>
            </a:r>
            <a:endParaRPr lang="en-US" altLang="zh-CN" sz="2000" b="1"/>
          </a:p>
        </p:txBody>
      </p:sp>
      <p:sp>
        <p:nvSpPr>
          <p:cNvPr id="15" name="矩形 14"/>
          <p:cNvSpPr/>
          <p:nvPr/>
        </p:nvSpPr>
        <p:spPr>
          <a:xfrm>
            <a:off x="2839085" y="2417445"/>
            <a:ext cx="774065" cy="3651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domino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693285" y="2417445"/>
            <a:ext cx="774065" cy="3651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baton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185285" y="3736975"/>
            <a:ext cx="774065" cy="3651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eyeliner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117090" y="3747770"/>
            <a:ext cx="1117600" cy="3651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honeycomb</a:t>
            </a:r>
            <a:endParaRPr lang="en-US" altLang="zh-CN" sz="1400">
              <a:solidFill>
                <a:schemeClr val="tx1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190" y="2894965"/>
            <a:ext cx="415925" cy="2940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2894965"/>
            <a:ext cx="415925" cy="29400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510" y="4261485"/>
            <a:ext cx="415925" cy="2940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285" y="4261485"/>
            <a:ext cx="415925" cy="29400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754630" y="4271645"/>
            <a:ext cx="27432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00" b="1">
                <a:sym typeface="Wingdings 2" panose="05020102010507070707" charset="0"/>
              </a:rPr>
              <a:t></a:t>
            </a:r>
            <a:endParaRPr lang="zh-CN" altLang="en-US" sz="800" b="1">
              <a:sym typeface="Wingdings 2" panose="05020102010507070707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648200" y="4266565"/>
            <a:ext cx="27432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00" b="1">
                <a:sym typeface="Wingdings 2" panose="05020102010507070707" charset="0"/>
              </a:rPr>
              <a:t></a:t>
            </a:r>
            <a:endParaRPr lang="zh-CN" altLang="en-US" sz="800" b="1">
              <a:sym typeface="Wingdings 2" panose="05020102010507070707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723765" y="4271645"/>
            <a:ext cx="27432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800" b="1">
                <a:sym typeface="Wingdings 2" panose="05020102010507070707" charset="0"/>
              </a:rPr>
              <a:t></a:t>
            </a:r>
            <a:endParaRPr lang="zh-CN" altLang="en-US" sz="800" b="1">
              <a:sym typeface="Wingdings 2" panose="05020102010507070707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PLACING_PICTURE_USER_VIEWPORT" val="{&quot;height&quot;:338,&quot;width&quot;:300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UNIT_PLACING_PICTURE_USER_VIEWPORT" val="{&quot;height&quot;:338,&quot;width&quot;:300}"/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COMMONDATA" val="eyJoZGlkIjoiMDY5NmFjMmM4ZTljMGJiZDAxN2JmYTc0NGI0NmFiNDgifQ=="/>
  <p:tag name="KSO_WPP_MARK_KEY" val="c79b1b34-fc4c-41b8-ba33-0407927fa47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1640</Words>
  <Application>WPS 演示</Application>
  <PresentationFormat>宽屏</PresentationFormat>
  <Paragraphs>152</Paragraphs>
  <Slides>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34" baseType="lpstr">
      <vt:lpstr>Arial</vt:lpstr>
      <vt:lpstr>宋体</vt:lpstr>
      <vt:lpstr>Wingdings</vt:lpstr>
      <vt:lpstr>Heiti SC Medium</vt:lpstr>
      <vt:lpstr>Heiti SC Light</vt:lpstr>
      <vt:lpstr>Heiti TC Medium</vt:lpstr>
      <vt:lpstr>Yu Gothic UI Semilight</vt:lpstr>
      <vt:lpstr>Arial</vt:lpstr>
      <vt:lpstr>Times New Roman</vt:lpstr>
      <vt:lpstr>黑体</vt:lpstr>
      <vt:lpstr>Cambria Math</vt:lpstr>
      <vt:lpstr>Adobe 黑体 Std R</vt:lpstr>
      <vt:lpstr>Wingdings 2</vt:lpstr>
      <vt:lpstr>Calibri</vt:lpstr>
      <vt:lpstr>微软雅黑</vt:lpstr>
      <vt:lpstr>Arial Unicode MS</vt:lpstr>
      <vt:lpstr>Calibri Light</vt:lpstr>
      <vt:lpstr>等线</vt:lpstr>
      <vt:lpstr>Adobe 黑体 Std R</vt:lpstr>
      <vt:lpstr>Heiti SC Light</vt:lpstr>
      <vt:lpstr>Heiti SC Medium</vt:lpstr>
      <vt:lpstr>Heiti TC Medium</vt:lpstr>
      <vt:lpstr>Segoe Print</vt:lpstr>
      <vt:lpstr>Mona Medium</vt:lpstr>
      <vt:lpstr>Windsor Std Light</vt:lpstr>
      <vt:lpstr>Lydian Cursive Std Regular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保送硕士生/直博生/海外联培学生 申请</dc:title>
  <dc:creator>Liu, Quanying</dc:creator>
  <cp:lastModifiedBy>陈思彤</cp:lastModifiedBy>
  <cp:revision>378</cp:revision>
  <dcterms:created xsi:type="dcterms:W3CDTF">2023-09-06T15:01:00Z</dcterms:created>
  <dcterms:modified xsi:type="dcterms:W3CDTF">2026-05-13T16:09:25Z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9E522626D0B940F287D93DF79F6C2ACB_13</vt:lpwstr>
  </property>
  <property fmtid="{D5CDD505-2E9C-101B-9397-08002B2CF9AE}" pid="3" name="KSOProductBuildVer">
    <vt:lpwstr>2052-12.1.0.25865</vt:lpwstr>
  </property>
</Properties>
</file>